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Epilogue Ligh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Epilogue"/>
      <p:regular r:id="rId33"/>
      <p:bold r:id="rId34"/>
      <p:italic r:id="rId35"/>
      <p:boldItalic r:id="rId36"/>
    </p:embeddedFont>
    <p:embeddedFont>
      <p:font typeface="PT Sans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gwL3r+noHSc62DeeP5A7Rtu8BJ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20" Type="http://schemas.openxmlformats.org/officeDocument/2006/relationships/slide" Target="slides/slide16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font" Target="fonts/Raleway-bold.fntdata"/><Relationship Id="rId44" Type="http://schemas.openxmlformats.org/officeDocument/2006/relationships/font" Target="fonts/OpenSans-boldItalic.fntdata"/><Relationship Id="rId21" Type="http://schemas.openxmlformats.org/officeDocument/2006/relationships/font" Target="fonts/Raleway-regular.fntdata"/><Relationship Id="rId43" Type="http://schemas.openxmlformats.org/officeDocument/2006/relationships/font" Target="fonts/OpenSans-italic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pilogueLight-bold.fntdata"/><Relationship Id="rId25" Type="http://schemas.openxmlformats.org/officeDocument/2006/relationships/font" Target="fonts/EpilogueLight-regular.fntdata"/><Relationship Id="rId28" Type="http://schemas.openxmlformats.org/officeDocument/2006/relationships/font" Target="fonts/EpilogueLight-boldItalic.fntdata"/><Relationship Id="rId27" Type="http://schemas.openxmlformats.org/officeDocument/2006/relationships/font" Target="fonts/Epilog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7.xml"/><Relationship Id="rId33" Type="http://schemas.openxmlformats.org/officeDocument/2006/relationships/font" Target="fonts/Epilogue-regular.fntdata"/><Relationship Id="rId10" Type="http://schemas.openxmlformats.org/officeDocument/2006/relationships/slide" Target="slides/slide6.xml"/><Relationship Id="rId32" Type="http://schemas.openxmlformats.org/officeDocument/2006/relationships/font" Target="fonts/Lato-boldItalic.fntdata"/><Relationship Id="rId13" Type="http://schemas.openxmlformats.org/officeDocument/2006/relationships/slide" Target="slides/slide9.xml"/><Relationship Id="rId35" Type="http://schemas.openxmlformats.org/officeDocument/2006/relationships/font" Target="fonts/Epilogue-italic.fntdata"/><Relationship Id="rId12" Type="http://schemas.openxmlformats.org/officeDocument/2006/relationships/slide" Target="slides/slide8.xml"/><Relationship Id="rId34" Type="http://schemas.openxmlformats.org/officeDocument/2006/relationships/font" Target="fonts/Epilogue-bold.fntdata"/><Relationship Id="rId15" Type="http://schemas.openxmlformats.org/officeDocument/2006/relationships/slide" Target="slides/slide11.xml"/><Relationship Id="rId37" Type="http://schemas.openxmlformats.org/officeDocument/2006/relationships/font" Target="fonts/PTSans-regular.fntdata"/><Relationship Id="rId14" Type="http://schemas.openxmlformats.org/officeDocument/2006/relationships/slide" Target="slides/slide10.xml"/><Relationship Id="rId36" Type="http://schemas.openxmlformats.org/officeDocument/2006/relationships/font" Target="fonts/Epilogue-boldItalic.fntdata"/><Relationship Id="rId17" Type="http://schemas.openxmlformats.org/officeDocument/2006/relationships/slide" Target="slides/slide13.xml"/><Relationship Id="rId39" Type="http://schemas.openxmlformats.org/officeDocument/2006/relationships/font" Target="fonts/PTSans-italic.fntdata"/><Relationship Id="rId16" Type="http://schemas.openxmlformats.org/officeDocument/2006/relationships/slide" Target="slides/slide12.xml"/><Relationship Id="rId38" Type="http://schemas.openxmlformats.org/officeDocument/2006/relationships/font" Target="fonts/PT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16c38a8e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g316c38a8e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16c38a8e7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g316c38a8e7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8" name="Google Shape;10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16dffd0da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g316dffd0da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16c38a8e7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316c38a8e7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16c38a8e7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2" name="Google Shape;1112;g316c38a8e7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16c38a8e7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g316c38a8e7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16c38a8e7f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g316c38a8e7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16c38a8e7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g316c38a8e7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4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43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43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7" name="Google Shape;17;p43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43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43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43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43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22" name="Google Shape;22;p43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23" name="Google Shape;23;p43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43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43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" name="Google Shape;26;p43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43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44"/>
          <p:cNvSpPr txBox="1"/>
          <p:nvPr>
            <p:ph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44"/>
          <p:cNvSpPr txBox="1"/>
          <p:nvPr>
            <p:ph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44"/>
          <p:cNvSpPr txBox="1"/>
          <p:nvPr>
            <p:ph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44"/>
          <p:cNvSpPr txBox="1"/>
          <p:nvPr>
            <p:ph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4"/>
          <p:cNvSpPr txBox="1"/>
          <p:nvPr>
            <p:ph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" name="Google Shape;36;p44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" name="Google Shape;37;p44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8" name="Google Shape;38;p44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" name="Google Shape;39;p44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" name="Google Shape;40;p44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" name="Google Shape;41;p44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" name="Google Shape;42;p4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4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45" name="Google Shape;45;p4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46" name="Google Shape;46;p4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" name="Google Shape;47;p4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48" name="Google Shape;48;p4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" name="Google Shape;49;p4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p4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" name="Google Shape;51;p4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" name="Google Shape;52;p4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" name="Google Shape;53;p4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4" name="Google Shape;54;p4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5" name="Google Shape;55;p4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" name="Google Shape;56;p4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" name="Google Shape;57;p4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8" name="Google Shape;58;p4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" name="Google Shape;59;p4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0" name="Google Shape;60;p4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1" name="Google Shape;61;p4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" name="Google Shape;62;p4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63" name="Google Shape;63;p44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44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65" name="Google Shape;65;p4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66" name="Google Shape;66;p44"/>
              <p:cNvGrpSpPr/>
              <p:nvPr/>
            </p:nvGrpSpPr>
            <p:grpSpPr>
              <a:xfrm>
                <a:off x="10903219" y="4888205"/>
                <a:ext cx="242756" cy="919122"/>
                <a:chOff x="10903219" y="4888205"/>
                <a:chExt cx="242756" cy="919122"/>
              </a:xfrm>
            </p:grpSpPr>
            <p:sp>
              <p:nvSpPr>
                <p:cNvPr id="67" name="Google Shape;67;p4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68;p4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" name="Google Shape;70;p44"/>
                <p:cNvGrpSpPr/>
                <p:nvPr/>
              </p:nvGrpSpPr>
              <p:grpSpPr>
                <a:xfrm>
                  <a:off x="11014220" y="5588618"/>
                  <a:ext cx="100021" cy="114784"/>
                  <a:chOff x="11014220" y="5588618"/>
                  <a:chExt cx="100021" cy="114784"/>
                </a:xfrm>
              </p:grpSpPr>
              <p:sp>
                <p:nvSpPr>
                  <p:cNvPr id="71" name="Google Shape;71;p4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" name="Google Shape;72;p4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" name="Google Shape;73;p4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" name="Google Shape;74;p4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5" name="Google Shape;75;p4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76" name="Google Shape;76;p4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" name="Google Shape;78;p44"/>
                <p:cNvGrpSpPr/>
                <p:nvPr/>
              </p:nvGrpSpPr>
              <p:grpSpPr>
                <a:xfrm>
                  <a:off x="10765016" y="5040134"/>
                  <a:ext cx="116314" cy="49775"/>
                  <a:chOff x="10765016" y="5040134"/>
                  <a:chExt cx="116314" cy="49775"/>
                </a:xfrm>
              </p:grpSpPr>
              <p:sp>
                <p:nvSpPr>
                  <p:cNvPr id="79" name="Google Shape;79;p4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" name="Google Shape;80;p4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" name="Google Shape;81;p44"/>
                <p:cNvGrpSpPr/>
                <p:nvPr/>
              </p:nvGrpSpPr>
              <p:grpSpPr>
                <a:xfrm>
                  <a:off x="10784826" y="5436314"/>
                  <a:ext cx="116414" cy="49961"/>
                  <a:chOff x="10784826" y="5436314"/>
                  <a:chExt cx="116414" cy="49961"/>
                </a:xfrm>
              </p:grpSpPr>
              <p:sp>
                <p:nvSpPr>
                  <p:cNvPr id="82" name="Google Shape;82;p4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" name="Google Shape;83;p4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4" name="Google Shape;84;p4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85" name="Google Shape;85;p4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" name="Google Shape;87;p4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88" name="Google Shape;88;p4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" name="Google Shape;89;p4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" name="Google Shape;90;p4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91" name="Google Shape;91;p4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" name="Google Shape;92;p4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3" name="Google Shape;93;p44"/>
            <p:cNvGrpSpPr/>
            <p:nvPr/>
          </p:nvGrpSpPr>
          <p:grpSpPr>
            <a:xfrm>
              <a:off x="11058042" y="5088325"/>
              <a:ext cx="213053" cy="717953"/>
              <a:chOff x="11058042" y="5088325"/>
              <a:chExt cx="213053" cy="717953"/>
            </a:xfrm>
          </p:grpSpPr>
          <p:sp>
            <p:nvSpPr>
              <p:cNvPr id="94" name="Google Shape;94;p4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4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" name="Google Shape;96;p44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97" name="Google Shape;97;p4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98" name="Google Shape;98;p4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" name="Google Shape;99;p4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00" name="Google Shape;100;p4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4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4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4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4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4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" name="Google Shape;106;p4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07" name="Google Shape;107;p4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4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4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4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" name="Google Shape;111;p4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" name="Google Shape;112;p4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13" name="Google Shape;113;p4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4" name="Google Shape;114;p4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15" name="Google Shape;115;p4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4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17;p4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4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4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4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1" name="Google Shape;121;p4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2" name="Google Shape;122;p4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4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4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4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6" name="Google Shape;126;p4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" name="Google Shape;127;p44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128" name="Google Shape;128;p4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4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5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4" name="Google Shape;134;p45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5" name="Google Shape;135;p45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5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45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38" name="Google Shape;138;p45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39" name="Google Shape;139;p45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45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45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" name="Google Shape;142;p45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" name="Google Shape;145;p46"/>
          <p:cNvSpPr txBox="1"/>
          <p:nvPr>
            <p:ph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6" name="Google Shape;146;p46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" name="Google Shape;147;p46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6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6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47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47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47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5" name="Google Shape;155;p47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6" name="Google Shape;156;p47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7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7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48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48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3" name="Google Shape;163;p48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48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5" name="Google Shape;165;p48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6" name="Google Shape;166;p48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7" name="Google Shape;167;p48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8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8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8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48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172" name="Google Shape;172;p4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73" name="Google Shape;173;p48"/>
              <p:cNvGrpSpPr/>
              <p:nvPr/>
            </p:nvGrpSpPr>
            <p:grpSpPr>
              <a:xfrm>
                <a:off x="10903219" y="4888205"/>
                <a:ext cx="242756" cy="919122"/>
                <a:chOff x="10903219" y="4888205"/>
                <a:chExt cx="242756" cy="919122"/>
              </a:xfrm>
            </p:grpSpPr>
            <p:sp>
              <p:nvSpPr>
                <p:cNvPr id="174" name="Google Shape;174;p4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4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4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48"/>
                <p:cNvGrpSpPr/>
                <p:nvPr/>
              </p:nvGrpSpPr>
              <p:grpSpPr>
                <a:xfrm>
                  <a:off x="11014220" y="5588618"/>
                  <a:ext cx="100021" cy="114784"/>
                  <a:chOff x="11014220" y="5588618"/>
                  <a:chExt cx="100021" cy="114784"/>
                </a:xfrm>
              </p:grpSpPr>
              <p:sp>
                <p:nvSpPr>
                  <p:cNvPr id="178" name="Google Shape;178;p4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" name="Google Shape;179;p4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" name="Google Shape;180;p4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" name="Google Shape;181;p4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82" name="Google Shape;182;p4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83" name="Google Shape;183;p4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4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48"/>
                <p:cNvGrpSpPr/>
                <p:nvPr/>
              </p:nvGrpSpPr>
              <p:grpSpPr>
                <a:xfrm>
                  <a:off x="10765016" y="5040134"/>
                  <a:ext cx="116314" cy="49775"/>
                  <a:chOff x="10765016" y="5040134"/>
                  <a:chExt cx="116314" cy="49775"/>
                </a:xfrm>
              </p:grpSpPr>
              <p:sp>
                <p:nvSpPr>
                  <p:cNvPr id="186" name="Google Shape;186;p4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7" name="Google Shape;187;p4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8" name="Google Shape;188;p48"/>
                <p:cNvGrpSpPr/>
                <p:nvPr/>
              </p:nvGrpSpPr>
              <p:grpSpPr>
                <a:xfrm>
                  <a:off x="10784826" y="5436314"/>
                  <a:ext cx="116414" cy="49961"/>
                  <a:chOff x="10784826" y="5436314"/>
                  <a:chExt cx="116414" cy="49961"/>
                </a:xfrm>
              </p:grpSpPr>
              <p:sp>
                <p:nvSpPr>
                  <p:cNvPr id="189" name="Google Shape;189;p4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" name="Google Shape;190;p4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1" name="Google Shape;191;p4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92" name="Google Shape;192;p4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4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4" name="Google Shape;194;p4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95" name="Google Shape;195;p4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" name="Google Shape;196;p4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7" name="Google Shape;197;p4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98" name="Google Shape;198;p4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4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00" name="Google Shape;200;p48"/>
            <p:cNvGrpSpPr/>
            <p:nvPr/>
          </p:nvGrpSpPr>
          <p:grpSpPr>
            <a:xfrm>
              <a:off x="11058042" y="5088325"/>
              <a:ext cx="213053" cy="717953"/>
              <a:chOff x="11058042" y="5088325"/>
              <a:chExt cx="213053" cy="717953"/>
            </a:xfrm>
          </p:grpSpPr>
          <p:sp>
            <p:nvSpPr>
              <p:cNvPr id="201" name="Google Shape;201;p4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4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48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204" name="Google Shape;204;p4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05" name="Google Shape;205;p4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6" name="Google Shape;206;p4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07" name="Google Shape;207;p4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4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4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4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4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4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3" name="Google Shape;213;p4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14" name="Google Shape;214;p4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4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4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4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8" name="Google Shape;218;p4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4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20" name="Google Shape;220;p4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1" name="Google Shape;221;p4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22" name="Google Shape;222;p4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4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4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4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4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4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" name="Google Shape;228;p4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29" name="Google Shape;229;p4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4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4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4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3" name="Google Shape;233;p4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" name="Google Shape;234;p48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235" name="Google Shape;235;p48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48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48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48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239" name="Google Shape;239;p48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40" name="Google Shape;240;p48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8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2" name="Google Shape;242;p48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48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244" name="Google Shape;244;p48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" name="Google Shape;245;p4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46" name="Google Shape;246;p4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47" name="Google Shape;247;p4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48" name="Google Shape;248;p4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4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" name="Google Shape;250;p4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51" name="Google Shape;251;p4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" name="Google Shape;252;p4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3" name="Google Shape;253;p4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54" name="Google Shape;254;p4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" name="Google Shape;255;p4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56" name="Google Shape;256;p4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48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260" name="Google Shape;260;p48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48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8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5" name="Google Shape;265;p49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49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7" name="Google Shape;267;p49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49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49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0" name="Google Shape;270;p49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1" name="Google Shape;271;p49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" name="Google Shape;272;p49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3" name="Google Shape;273;p49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49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76" name="Google Shape;276;p49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77" name="Google Shape;277;p49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49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49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0" name="Google Shape;280;p49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49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82" name="Google Shape;282;p49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83" name="Google Shape;283;p49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4" name="Google Shape;284;p49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85" name="Google Shape;285;p49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49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49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8" name="Google Shape;288;p49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89" name="Google Shape;289;p49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0" name="Google Shape;290;p49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91" name="Google Shape;291;p49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92" name="Google Shape;292;p49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" name="Google Shape;293;p49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4" name="Google Shape;294;p49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95" name="Google Shape;295;p49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" name="Google Shape;296;p49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7" name="Google Shape;297;p49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98" name="Google Shape;298;p49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49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2" name="Google Shape;302;p50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50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4" name="Google Shape;304;p50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" name="Google Shape;305;p50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50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50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50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9" name="Google Shape;309;p50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0" name="Google Shape;310;p50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1" name="Google Shape;311;p50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2" name="Google Shape;312;p50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3" name="Google Shape;313;p50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4" name="Google Shape;314;p50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0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0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50"/>
          <p:cNvGrpSpPr/>
          <p:nvPr/>
        </p:nvGrpSpPr>
        <p:grpSpPr>
          <a:xfrm>
            <a:off x="7931872" y="177093"/>
            <a:ext cx="997824" cy="737095"/>
            <a:chOff x="7931872" y="177093"/>
            <a:chExt cx="997824" cy="737095"/>
          </a:xfrm>
        </p:grpSpPr>
        <p:grpSp>
          <p:nvGrpSpPr>
            <p:cNvPr id="318" name="Google Shape;318;p50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319" name="Google Shape;319;p50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50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1" name="Google Shape;321;p50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322" name="Google Shape;322;p50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50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50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50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26" name="Google Shape;326;p50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327" name="Google Shape;327;p50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328" name="Google Shape;328;p50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50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0" name="Google Shape;330;p50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331" name="Google Shape;331;p50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" name="Google Shape;332;p50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3" name="Google Shape;333;p50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" name="Google Shape;334;p50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5" name="Google Shape;335;p50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50"/>
            <p:cNvGrpSpPr/>
            <p:nvPr/>
          </p:nvGrpSpPr>
          <p:grpSpPr>
            <a:xfrm>
              <a:off x="8756326" y="539537"/>
              <a:ext cx="173370" cy="112690"/>
              <a:chOff x="7816120" y="4892994"/>
              <a:chExt cx="123062" cy="79990"/>
            </a:xfrm>
          </p:grpSpPr>
          <p:grpSp>
            <p:nvGrpSpPr>
              <p:cNvPr id="337" name="Google Shape;337;p50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338" name="Google Shape;338;p50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p50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0" name="Google Shape;340;p50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51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44" name="Google Shape;344;p51"/>
          <p:cNvSpPr txBox="1"/>
          <p:nvPr>
            <p:ph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51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46" name="Google Shape;346;p51"/>
          <p:cNvSpPr txBox="1"/>
          <p:nvPr>
            <p:ph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51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48" name="Google Shape;348;p51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1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3" name="Google Shape;353;p52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2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52"/>
          <p:cNvGrpSpPr/>
          <p:nvPr/>
        </p:nvGrpSpPr>
        <p:grpSpPr>
          <a:xfrm>
            <a:off x="7441503" y="289852"/>
            <a:ext cx="1366912" cy="1382099"/>
            <a:chOff x="6568493" y="8"/>
            <a:chExt cx="1820607" cy="1840590"/>
          </a:xfrm>
        </p:grpSpPr>
        <p:sp>
          <p:nvSpPr>
            <p:cNvPr id="358" name="Google Shape;358;p52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52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" name="Google Shape;360;p52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361" name="Google Shape;361;p52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52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3" name="Google Shape;363;p52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364" name="Google Shape;364;p52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52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52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7" name="Google Shape;367;p52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368" name="Google Shape;368;p52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369" name="Google Shape;369;p52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52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52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52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52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52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52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52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" name="Google Shape;377;p52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" name="Google Shape;378;p52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9" name="Google Shape;379;p52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380" name="Google Shape;380;p52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52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52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52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52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52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" name="Google Shape;386;p52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" name="Google Shape;387;p52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" name="Google Shape;388;p52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52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0" name="Google Shape;390;p52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391" name="Google Shape;391;p52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52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52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52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52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52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52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52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" name="Google Shape;399;p52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52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" name="Google Shape;401;p52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402" name="Google Shape;402;p52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403" name="Google Shape;403;p52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52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52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52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7" name="Google Shape;407;p52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408" name="Google Shape;408;p52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409" name="Google Shape;409;p52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0" name="Google Shape;410;p52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1" name="Google Shape;411;p52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2" name="Google Shape;412;p52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413" name="Google Shape;413;p52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4" name="Google Shape;414;p52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" name="Google Shape;415;p52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416" name="Google Shape;416;p52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52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52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19" name="Google Shape;419;p52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420" name="Google Shape;420;p52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" name="Google Shape;421;p52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422" name="Google Shape;422;p52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423" name="Google Shape;423;p52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" name="Google Shape;424;p52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5" name="Google Shape;425;p52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426" name="Google Shape;426;p52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7" name="Google Shape;427;p52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53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1" name="Google Shape;431;p53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432" name="Google Shape;432;p5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33" name="Google Shape;433;p5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4" name="Google Shape;434;p5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35" name="Google Shape;435;p5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5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5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5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5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5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1" name="Google Shape;441;p5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42" name="Google Shape;442;p5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" name="Google Shape;443;p5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5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5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46" name="Google Shape;446;p5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" name="Google Shape;447;p5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48" name="Google Shape;448;p5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9" name="Google Shape;449;p5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0" name="Google Shape;450;p5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5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5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5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5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5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6" name="Google Shape;456;p5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57" name="Google Shape;457;p5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5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5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5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1" name="Google Shape;461;p5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2" name="Google Shape;462;p53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3" name="Google Shape;463;p5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464" name="Google Shape;464;p5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465" name="Google Shape;465;p5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6" name="Google Shape;466;p5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467" name="Google Shape;467;p5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5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5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0" name="Google Shape;470;p5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471" name="Google Shape;471;p5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2" name="Google Shape;472;p5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473" name="Google Shape;473;p5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474" name="Google Shape;474;p5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5" name="Google Shape;475;p5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6" name="Google Shape;476;p5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477" name="Google Shape;477;p5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8" name="Google Shape;478;p5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9" name="Google Shape;479;p5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480" name="Google Shape;480;p5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1" name="Google Shape;481;p5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5" name="Google Shape;485;p54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486" name="Google Shape;486;p54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7" name="Google Shape;487;p54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488" name="Google Shape;488;p54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54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54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1" name="Google Shape;491;p54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492" name="Google Shape;492;p54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54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54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495" name="Google Shape;495;p54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96" name="Google Shape;496;p54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54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8" name="Google Shape;498;p54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54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500" name="Google Shape;500;p54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1" name="Google Shape;501;p5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502" name="Google Shape;502;p5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503" name="Google Shape;503;p5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504" name="Google Shape;504;p5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" name="Google Shape;505;p5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6" name="Google Shape;506;p5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507" name="Google Shape;507;p5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5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9" name="Google Shape;509;p5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510" name="Google Shape;510;p5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1" name="Google Shape;511;p5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12" name="Google Shape;512;p5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5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5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5" name="Google Shape;515;p54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516" name="Google Shape;516;p5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5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5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54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4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3" name="Google Shape;523;p55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5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55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5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5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5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56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32" name="Google Shape;532;p56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6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" name="Google Shape;534;p56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535" name="Google Shape;535;p5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536" name="Google Shape;536;p56"/>
              <p:cNvGrpSpPr/>
              <p:nvPr/>
            </p:nvGrpSpPr>
            <p:grpSpPr>
              <a:xfrm>
                <a:off x="10903219" y="4888205"/>
                <a:ext cx="242756" cy="919122"/>
                <a:chOff x="10903219" y="4888205"/>
                <a:chExt cx="242756" cy="919122"/>
              </a:xfrm>
            </p:grpSpPr>
            <p:sp>
              <p:nvSpPr>
                <p:cNvPr id="537" name="Google Shape;537;p5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5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5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40" name="Google Shape;540;p56"/>
                <p:cNvGrpSpPr/>
                <p:nvPr/>
              </p:nvGrpSpPr>
              <p:grpSpPr>
                <a:xfrm>
                  <a:off x="11014220" y="5588618"/>
                  <a:ext cx="100021" cy="114784"/>
                  <a:chOff x="11014220" y="5588618"/>
                  <a:chExt cx="100021" cy="114784"/>
                </a:xfrm>
              </p:grpSpPr>
              <p:sp>
                <p:nvSpPr>
                  <p:cNvPr id="541" name="Google Shape;541;p5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5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5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4" name="Google Shape;544;p5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45" name="Google Shape;545;p5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546" name="Google Shape;546;p5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5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48" name="Google Shape;548;p56"/>
                <p:cNvGrpSpPr/>
                <p:nvPr/>
              </p:nvGrpSpPr>
              <p:grpSpPr>
                <a:xfrm>
                  <a:off x="10765016" y="5040134"/>
                  <a:ext cx="116314" cy="49775"/>
                  <a:chOff x="10765016" y="5040134"/>
                  <a:chExt cx="116314" cy="49775"/>
                </a:xfrm>
              </p:grpSpPr>
              <p:sp>
                <p:nvSpPr>
                  <p:cNvPr id="549" name="Google Shape;549;p5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0" name="Google Shape;550;p5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1" name="Google Shape;551;p56"/>
                <p:cNvGrpSpPr/>
                <p:nvPr/>
              </p:nvGrpSpPr>
              <p:grpSpPr>
                <a:xfrm>
                  <a:off x="10784826" y="5436314"/>
                  <a:ext cx="116414" cy="49961"/>
                  <a:chOff x="10784826" y="5436314"/>
                  <a:chExt cx="116414" cy="49961"/>
                </a:xfrm>
              </p:grpSpPr>
              <p:sp>
                <p:nvSpPr>
                  <p:cNvPr id="552" name="Google Shape;552;p5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3" name="Google Shape;553;p5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54" name="Google Shape;554;p5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555" name="Google Shape;555;p5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5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7" name="Google Shape;557;p5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558" name="Google Shape;558;p5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9" name="Google Shape;559;p5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0" name="Google Shape;560;p5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61" name="Google Shape;561;p5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2" name="Google Shape;562;p5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63" name="Google Shape;563;p56"/>
            <p:cNvGrpSpPr/>
            <p:nvPr/>
          </p:nvGrpSpPr>
          <p:grpSpPr>
            <a:xfrm>
              <a:off x="11058042" y="5088325"/>
              <a:ext cx="213053" cy="717953"/>
              <a:chOff x="11058042" y="5088325"/>
              <a:chExt cx="213053" cy="717953"/>
            </a:xfrm>
          </p:grpSpPr>
          <p:sp>
            <p:nvSpPr>
              <p:cNvPr id="564" name="Google Shape;564;p5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5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6" name="Google Shape;566;p56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67" name="Google Shape;567;p5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68" name="Google Shape;568;p5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9" name="Google Shape;569;p5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70" name="Google Shape;570;p5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5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5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5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5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5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6" name="Google Shape;576;p5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577" name="Google Shape;577;p5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5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5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5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1" name="Google Shape;581;p5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5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583" name="Google Shape;583;p5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4" name="Google Shape;584;p5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585" name="Google Shape;585;p5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5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5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5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5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5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1" name="Google Shape;591;p5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592" name="Google Shape;592;p5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5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5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5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6" name="Google Shape;596;p5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7" name="Google Shape;597;p56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598" name="Google Shape;598;p5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1" name="Google Shape;601;p56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2" name="Google Shape;602;p56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603" name="Google Shape;603;p56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04" name="Google Shape;604;p56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5" name="Google Shape;605;p56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06" name="Google Shape;606;p56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56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56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9" name="Google Shape;609;p56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10" name="Google Shape;610;p56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1" name="Google Shape;611;p56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12" name="Google Shape;612;p56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13" name="Google Shape;613;p56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56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15" name="Google Shape;615;p56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16" name="Google Shape;616;p56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56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18" name="Google Shape;618;p56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19" name="Google Shape;619;p56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0" name="Google Shape;620;p56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0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3" name="Google Shape;623;p60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0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0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1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8" name="Google Shape;628;p61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9" name="Google Shape;629;p61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1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1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4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64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4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0" name="Google Shape;640;p64"/>
          <p:cNvGrpSpPr/>
          <p:nvPr/>
        </p:nvGrpSpPr>
        <p:grpSpPr>
          <a:xfrm>
            <a:off x="7931872" y="177093"/>
            <a:ext cx="997824" cy="737095"/>
            <a:chOff x="7931872" y="177093"/>
            <a:chExt cx="997824" cy="737095"/>
          </a:xfrm>
        </p:grpSpPr>
        <p:grpSp>
          <p:nvGrpSpPr>
            <p:cNvPr id="641" name="Google Shape;641;p64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42" name="Google Shape;642;p64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64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4" name="Google Shape;644;p64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45" name="Google Shape;645;p64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64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64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64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9" name="Google Shape;649;p64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650" name="Google Shape;650;p64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651" name="Google Shape;651;p64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64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3" name="Google Shape;653;p64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654" name="Google Shape;654;p64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64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64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64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58" name="Google Shape;658;p64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9" name="Google Shape;659;p64"/>
            <p:cNvGrpSpPr/>
            <p:nvPr/>
          </p:nvGrpSpPr>
          <p:grpSpPr>
            <a:xfrm>
              <a:off x="8756326" y="539537"/>
              <a:ext cx="173370" cy="112690"/>
              <a:chOff x="7816120" y="4892994"/>
              <a:chExt cx="123062" cy="79990"/>
            </a:xfrm>
          </p:grpSpPr>
          <p:grpSp>
            <p:nvGrpSpPr>
              <p:cNvPr id="660" name="Google Shape;660;p64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661" name="Google Shape;661;p64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64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63" name="Google Shape;663;p64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5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5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65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668" name="Google Shape;668;p65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669" name="Google Shape;669;p65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65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65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2" name="Google Shape;672;p65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65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74" name="Google Shape;674;p65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75" name="Google Shape;675;p65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6" name="Google Shape;676;p65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77" name="Google Shape;677;p65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65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65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0" name="Google Shape;680;p65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81" name="Google Shape;681;p65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2" name="Google Shape;682;p65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83" name="Google Shape;683;p65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84" name="Google Shape;684;p65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65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6" name="Google Shape;686;p65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87" name="Google Shape;687;p65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65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9" name="Google Shape;689;p65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90" name="Google Shape;690;p65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65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i="0" sz="3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"/>
          <p:cNvSpPr/>
          <p:nvPr/>
        </p:nvSpPr>
        <p:spPr>
          <a:xfrm rot="1053742">
            <a:off x="4909608" y="421118"/>
            <a:ext cx="4314987" cy="4418593"/>
          </a:xfrm>
          <a:custGeom>
            <a:rect b="b" l="l" r="r" t="t"/>
            <a:pathLst>
              <a:path extrusionOk="0" h="44028" w="45721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"/>
          <p:cNvSpPr txBox="1"/>
          <p:nvPr>
            <p:ph type="ctrTitle"/>
          </p:nvPr>
        </p:nvSpPr>
        <p:spPr>
          <a:xfrm>
            <a:off x="496650" y="1817413"/>
            <a:ext cx="39855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/>
              <a:t>PROYECTO “CRUX”</a:t>
            </a:r>
            <a:endParaRPr/>
          </a:p>
        </p:txBody>
      </p:sp>
      <p:sp>
        <p:nvSpPr>
          <p:cNvPr id="698" name="Google Shape;698;p1"/>
          <p:cNvSpPr txBox="1"/>
          <p:nvPr>
            <p:ph idx="1" type="subTitle"/>
          </p:nvPr>
        </p:nvSpPr>
        <p:spPr>
          <a:xfrm>
            <a:off x="496650" y="3459525"/>
            <a:ext cx="4112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Presentación Final Capstone</a:t>
            </a:r>
            <a:endParaRPr/>
          </a:p>
        </p:txBody>
      </p:sp>
      <p:grpSp>
        <p:nvGrpSpPr>
          <p:cNvPr id="699" name="Google Shape;699;p1"/>
          <p:cNvGrpSpPr/>
          <p:nvPr/>
        </p:nvGrpSpPr>
        <p:grpSpPr>
          <a:xfrm>
            <a:off x="5631673" y="1763897"/>
            <a:ext cx="2961645" cy="1992933"/>
            <a:chOff x="5311140" y="3874579"/>
            <a:chExt cx="2693384" cy="1812416"/>
          </a:xfrm>
        </p:grpSpPr>
        <p:grpSp>
          <p:nvGrpSpPr>
            <p:cNvPr id="700" name="Google Shape;700;p1"/>
            <p:cNvGrpSpPr/>
            <p:nvPr/>
          </p:nvGrpSpPr>
          <p:grpSpPr>
            <a:xfrm>
              <a:off x="6183439" y="5359431"/>
              <a:ext cx="948880" cy="327564"/>
              <a:chOff x="6183439" y="5359431"/>
              <a:chExt cx="948880" cy="327564"/>
            </a:xfrm>
          </p:grpSpPr>
          <p:sp>
            <p:nvSpPr>
              <p:cNvPr id="701" name="Google Shape;701;p1"/>
              <p:cNvSpPr/>
              <p:nvPr/>
            </p:nvSpPr>
            <p:spPr>
              <a:xfrm>
                <a:off x="6459569" y="5359431"/>
                <a:ext cx="396621" cy="291274"/>
              </a:xfrm>
              <a:custGeom>
                <a:rect b="b" l="l" r="r" t="t"/>
                <a:pathLst>
                  <a:path extrusionOk="0" h="291274" w="396621">
                    <a:moveTo>
                      <a:pt x="396621" y="0"/>
                    </a:moveTo>
                    <a:lnTo>
                      <a:pt x="396621" y="291274"/>
                    </a:lnTo>
                    <a:lnTo>
                      <a:pt x="0" y="291274"/>
                    </a:lnTo>
                    <a:lnTo>
                      <a:pt x="0" y="0"/>
                    </a:lnTo>
                    <a:lnTo>
                      <a:pt x="140304" y="0"/>
                    </a:lnTo>
                    <a:lnTo>
                      <a:pt x="140304" y="140017"/>
                    </a:lnTo>
                    <a:cubicBezTo>
                      <a:pt x="140304" y="171926"/>
                      <a:pt x="166402" y="198120"/>
                      <a:pt x="198311" y="198120"/>
                    </a:cubicBezTo>
                    <a:cubicBezTo>
                      <a:pt x="230220" y="198120"/>
                      <a:pt x="256413" y="171926"/>
                      <a:pt x="256413" y="140017"/>
                    </a:cubicBezTo>
                    <a:lnTo>
                      <a:pt x="256413" y="0"/>
                    </a:lnTo>
                    <a:lnTo>
                      <a:pt x="3966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"/>
              <p:cNvSpPr/>
              <p:nvPr/>
            </p:nvSpPr>
            <p:spPr>
              <a:xfrm>
                <a:off x="6459569" y="5359431"/>
                <a:ext cx="140303" cy="59054"/>
              </a:xfrm>
              <a:custGeom>
                <a:rect b="b" l="l" r="r" t="t"/>
                <a:pathLst>
                  <a:path extrusionOk="0" h="59054" w="140303">
                    <a:moveTo>
                      <a:pt x="0" y="0"/>
                    </a:moveTo>
                    <a:lnTo>
                      <a:pt x="140304" y="0"/>
                    </a:lnTo>
                    <a:lnTo>
                      <a:pt x="140304" y="59055"/>
                    </a:lnTo>
                    <a:lnTo>
                      <a:pt x="0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"/>
              <p:cNvSpPr/>
              <p:nvPr/>
            </p:nvSpPr>
            <p:spPr>
              <a:xfrm>
                <a:off x="6715982" y="5359431"/>
                <a:ext cx="140207" cy="88391"/>
              </a:xfrm>
              <a:custGeom>
                <a:rect b="b" l="l" r="r" t="t"/>
                <a:pathLst>
                  <a:path extrusionOk="0" h="88391" w="140207">
                    <a:moveTo>
                      <a:pt x="140208" y="0"/>
                    </a:moveTo>
                    <a:lnTo>
                      <a:pt x="140208" y="88392"/>
                    </a:lnTo>
                    <a:lnTo>
                      <a:pt x="0" y="72295"/>
                    </a:lnTo>
                    <a:lnTo>
                      <a:pt x="0" y="0"/>
                    </a:lnTo>
                    <a:lnTo>
                      <a:pt x="1402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"/>
              <p:cNvSpPr/>
              <p:nvPr/>
            </p:nvSpPr>
            <p:spPr>
              <a:xfrm>
                <a:off x="6183439" y="5647467"/>
                <a:ext cx="948880" cy="39528"/>
              </a:xfrm>
              <a:custGeom>
                <a:rect b="b" l="l" r="r" t="t"/>
                <a:pathLst>
                  <a:path extrusionOk="0" h="39528" w="948880">
                    <a:moveTo>
                      <a:pt x="0" y="0"/>
                    </a:moveTo>
                    <a:lnTo>
                      <a:pt x="948880" y="0"/>
                    </a:lnTo>
                    <a:lnTo>
                      <a:pt x="948880" y="39529"/>
                    </a:lnTo>
                    <a:lnTo>
                      <a:pt x="0" y="395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5" name="Google Shape;705;p1"/>
            <p:cNvSpPr/>
            <p:nvPr/>
          </p:nvSpPr>
          <p:spPr>
            <a:xfrm>
              <a:off x="5311140" y="3874579"/>
              <a:ext cx="2693384" cy="1517428"/>
            </a:xfrm>
            <a:custGeom>
              <a:rect b="b" l="l" r="r" t="t"/>
              <a:pathLst>
                <a:path extrusionOk="0" h="1517428" w="2693384">
                  <a:moveTo>
                    <a:pt x="2693384" y="107442"/>
                  </a:moveTo>
                  <a:lnTo>
                    <a:pt x="2693384" y="1409890"/>
                  </a:lnTo>
                  <a:cubicBezTo>
                    <a:pt x="2693384" y="1469231"/>
                    <a:pt x="2645283" y="1517428"/>
                    <a:pt x="2585847" y="1517428"/>
                  </a:cubicBezTo>
                  <a:lnTo>
                    <a:pt x="107537" y="1517428"/>
                  </a:lnTo>
                  <a:cubicBezTo>
                    <a:pt x="48101" y="1517428"/>
                    <a:pt x="0" y="1469231"/>
                    <a:pt x="0" y="1409890"/>
                  </a:cubicBezTo>
                  <a:lnTo>
                    <a:pt x="0" y="107442"/>
                  </a:lnTo>
                  <a:cubicBezTo>
                    <a:pt x="0" y="48101"/>
                    <a:pt x="48101" y="0"/>
                    <a:pt x="107537" y="0"/>
                  </a:cubicBezTo>
                  <a:lnTo>
                    <a:pt x="2585847" y="0"/>
                  </a:lnTo>
                  <a:cubicBezTo>
                    <a:pt x="2645283" y="0"/>
                    <a:pt x="2693384" y="48101"/>
                    <a:pt x="2693384" y="107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"/>
            <p:cNvSpPr/>
            <p:nvPr/>
          </p:nvSpPr>
          <p:spPr>
            <a:xfrm>
              <a:off x="5311140" y="4009739"/>
              <a:ext cx="2693384" cy="1223295"/>
            </a:xfrm>
            <a:custGeom>
              <a:rect b="b" l="l" r="r" t="t"/>
              <a:pathLst>
                <a:path extrusionOk="0" h="1223295" w="2693384">
                  <a:moveTo>
                    <a:pt x="0" y="0"/>
                  </a:moveTo>
                  <a:lnTo>
                    <a:pt x="2693384" y="0"/>
                  </a:lnTo>
                  <a:lnTo>
                    <a:pt x="2693384" y="1223296"/>
                  </a:lnTo>
                  <a:lnTo>
                    <a:pt x="0" y="122329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"/>
            <p:cNvSpPr/>
            <p:nvPr/>
          </p:nvSpPr>
          <p:spPr>
            <a:xfrm>
              <a:off x="6619875" y="5273611"/>
              <a:ext cx="76009" cy="76009"/>
            </a:xfrm>
            <a:custGeom>
              <a:rect b="b" l="l" r="r" t="t"/>
              <a:pathLst>
                <a:path extrusionOk="0" h="76009" w="76009">
                  <a:moveTo>
                    <a:pt x="76009" y="38005"/>
                  </a:moveTo>
                  <a:cubicBezTo>
                    <a:pt x="76009" y="58960"/>
                    <a:pt x="59055" y="76010"/>
                    <a:pt x="38005" y="76010"/>
                  </a:cubicBezTo>
                  <a:cubicBezTo>
                    <a:pt x="16955" y="76010"/>
                    <a:pt x="0" y="59055"/>
                    <a:pt x="0" y="38005"/>
                  </a:cubicBezTo>
                  <a:cubicBezTo>
                    <a:pt x="0" y="16954"/>
                    <a:pt x="16955" y="0"/>
                    <a:pt x="38005" y="0"/>
                  </a:cubicBezTo>
                  <a:cubicBezTo>
                    <a:pt x="59055" y="0"/>
                    <a:pt x="76009" y="16954"/>
                    <a:pt x="76009" y="38005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1"/>
          <p:cNvGrpSpPr/>
          <p:nvPr/>
        </p:nvGrpSpPr>
        <p:grpSpPr>
          <a:xfrm>
            <a:off x="6285440" y="656304"/>
            <a:ext cx="1654423" cy="835905"/>
            <a:chOff x="5905690" y="2867310"/>
            <a:chExt cx="1504568" cy="760190"/>
          </a:xfrm>
        </p:grpSpPr>
        <p:sp>
          <p:nvSpPr>
            <p:cNvPr id="709" name="Google Shape;709;p1"/>
            <p:cNvSpPr/>
            <p:nvPr/>
          </p:nvSpPr>
          <p:spPr>
            <a:xfrm>
              <a:off x="5905690" y="2867310"/>
              <a:ext cx="1504568" cy="760190"/>
            </a:xfrm>
            <a:custGeom>
              <a:rect b="b" l="l" r="r" t="t"/>
              <a:pathLst>
                <a:path extrusionOk="0" h="760190" w="1504568">
                  <a:moveTo>
                    <a:pt x="1504379" y="647414"/>
                  </a:moveTo>
                  <a:cubicBezTo>
                    <a:pt x="1504379" y="709708"/>
                    <a:pt x="1453896" y="760190"/>
                    <a:pt x="1391602" y="760190"/>
                  </a:cubicBezTo>
                  <a:lnTo>
                    <a:pt x="194881" y="760190"/>
                  </a:lnTo>
                  <a:cubicBezTo>
                    <a:pt x="87249" y="760190"/>
                    <a:pt x="0" y="672941"/>
                    <a:pt x="0" y="565309"/>
                  </a:cubicBezTo>
                  <a:cubicBezTo>
                    <a:pt x="0" y="457676"/>
                    <a:pt x="87249" y="370522"/>
                    <a:pt x="194881" y="370522"/>
                  </a:cubicBezTo>
                  <a:cubicBezTo>
                    <a:pt x="220027" y="370522"/>
                    <a:pt x="244126" y="375285"/>
                    <a:pt x="266223" y="383953"/>
                  </a:cubicBezTo>
                  <a:cubicBezTo>
                    <a:pt x="266223" y="382714"/>
                    <a:pt x="266223" y="381381"/>
                    <a:pt x="266223" y="380047"/>
                  </a:cubicBezTo>
                  <a:cubicBezTo>
                    <a:pt x="266223" y="240030"/>
                    <a:pt x="341947" y="117729"/>
                    <a:pt x="454628" y="51816"/>
                  </a:cubicBezTo>
                  <a:cubicBezTo>
                    <a:pt x="510921" y="18859"/>
                    <a:pt x="576453" y="0"/>
                    <a:pt x="646366" y="0"/>
                  </a:cubicBezTo>
                  <a:cubicBezTo>
                    <a:pt x="832009" y="0"/>
                    <a:pt x="986504" y="133064"/>
                    <a:pt x="1019747" y="309086"/>
                  </a:cubicBezTo>
                  <a:cubicBezTo>
                    <a:pt x="1054989" y="288893"/>
                    <a:pt x="1095851" y="277368"/>
                    <a:pt x="1139476" y="277368"/>
                  </a:cubicBezTo>
                  <a:cubicBezTo>
                    <a:pt x="1272731" y="277368"/>
                    <a:pt x="1380839" y="385477"/>
                    <a:pt x="1380839" y="518731"/>
                  </a:cubicBezTo>
                  <a:cubicBezTo>
                    <a:pt x="1380839" y="524256"/>
                    <a:pt x="1380648" y="529685"/>
                    <a:pt x="1380268" y="535114"/>
                  </a:cubicBezTo>
                  <a:cubicBezTo>
                    <a:pt x="1384078" y="534734"/>
                    <a:pt x="1387887" y="534543"/>
                    <a:pt x="1391793" y="534543"/>
                  </a:cubicBezTo>
                  <a:cubicBezTo>
                    <a:pt x="1454086" y="534543"/>
                    <a:pt x="1504569" y="585026"/>
                    <a:pt x="1504569" y="6473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"/>
            <p:cNvSpPr/>
            <p:nvPr/>
          </p:nvSpPr>
          <p:spPr>
            <a:xfrm>
              <a:off x="5905690" y="2918364"/>
              <a:ext cx="922591" cy="709136"/>
            </a:xfrm>
            <a:custGeom>
              <a:rect b="b" l="l" r="r" t="t"/>
              <a:pathLst>
                <a:path extrusionOk="0" h="709136" w="922591">
                  <a:moveTo>
                    <a:pt x="922305" y="709136"/>
                  </a:moveTo>
                  <a:lnTo>
                    <a:pt x="194881" y="709136"/>
                  </a:lnTo>
                  <a:cubicBezTo>
                    <a:pt x="87249" y="709136"/>
                    <a:pt x="0" y="621887"/>
                    <a:pt x="0" y="514255"/>
                  </a:cubicBezTo>
                  <a:cubicBezTo>
                    <a:pt x="0" y="406622"/>
                    <a:pt x="87249" y="319468"/>
                    <a:pt x="194881" y="319468"/>
                  </a:cubicBezTo>
                  <a:cubicBezTo>
                    <a:pt x="220027" y="319468"/>
                    <a:pt x="244126" y="324231"/>
                    <a:pt x="266223" y="332899"/>
                  </a:cubicBezTo>
                  <a:cubicBezTo>
                    <a:pt x="266223" y="331660"/>
                    <a:pt x="266223" y="330327"/>
                    <a:pt x="266223" y="328993"/>
                  </a:cubicBezTo>
                  <a:cubicBezTo>
                    <a:pt x="266223" y="188976"/>
                    <a:pt x="341947" y="66675"/>
                    <a:pt x="454628" y="762"/>
                  </a:cubicBezTo>
                  <a:cubicBezTo>
                    <a:pt x="515683" y="-2286"/>
                    <a:pt x="577024" y="3429"/>
                    <a:pt x="633984" y="24860"/>
                  </a:cubicBezTo>
                  <a:cubicBezTo>
                    <a:pt x="707803" y="52768"/>
                    <a:pt x="773239" y="110109"/>
                    <a:pt x="797052" y="185261"/>
                  </a:cubicBezTo>
                  <a:cubicBezTo>
                    <a:pt x="820864" y="260509"/>
                    <a:pt x="795433" y="352425"/>
                    <a:pt x="728472" y="394144"/>
                  </a:cubicBezTo>
                  <a:cubicBezTo>
                    <a:pt x="769334" y="388430"/>
                    <a:pt x="808863" y="395002"/>
                    <a:pt x="844010" y="416433"/>
                  </a:cubicBezTo>
                  <a:cubicBezTo>
                    <a:pt x="879157" y="437864"/>
                    <a:pt x="902970" y="481298"/>
                    <a:pt x="892302" y="521113"/>
                  </a:cubicBezTo>
                  <a:cubicBezTo>
                    <a:pt x="885730" y="545782"/>
                    <a:pt x="867156" y="565975"/>
                    <a:pt x="845629" y="579787"/>
                  </a:cubicBezTo>
                  <a:cubicBezTo>
                    <a:pt x="824769" y="593217"/>
                    <a:pt x="801148" y="601408"/>
                    <a:pt x="777621" y="609314"/>
                  </a:cubicBezTo>
                  <a:cubicBezTo>
                    <a:pt x="788479" y="605790"/>
                    <a:pt x="793623" y="605790"/>
                    <a:pt x="805910" y="605314"/>
                  </a:cubicBezTo>
                  <a:cubicBezTo>
                    <a:pt x="819055" y="604742"/>
                    <a:pt x="832961" y="608457"/>
                    <a:pt x="842010" y="618077"/>
                  </a:cubicBezTo>
                  <a:cubicBezTo>
                    <a:pt x="851059" y="627698"/>
                    <a:pt x="853440" y="643890"/>
                    <a:pt x="845153" y="654082"/>
                  </a:cubicBezTo>
                  <a:cubicBezTo>
                    <a:pt x="859727" y="639699"/>
                    <a:pt x="881919" y="651510"/>
                    <a:pt x="897541" y="664845"/>
                  </a:cubicBezTo>
                  <a:cubicBezTo>
                    <a:pt x="910971" y="676180"/>
                    <a:pt x="919067" y="691991"/>
                    <a:pt x="922591" y="7091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1" name="Google Shape;711;p1"/>
          <p:cNvGrpSpPr/>
          <p:nvPr/>
        </p:nvGrpSpPr>
        <p:grpSpPr>
          <a:xfrm>
            <a:off x="8276803" y="1327941"/>
            <a:ext cx="387944" cy="273258"/>
            <a:chOff x="7716678" y="3270218"/>
            <a:chExt cx="352805" cy="248507"/>
          </a:xfrm>
        </p:grpSpPr>
        <p:sp>
          <p:nvSpPr>
            <p:cNvPr id="712" name="Google Shape;712;p1"/>
            <p:cNvSpPr/>
            <p:nvPr/>
          </p:nvSpPr>
          <p:spPr>
            <a:xfrm>
              <a:off x="7716678" y="3270218"/>
              <a:ext cx="352805" cy="248507"/>
            </a:xfrm>
            <a:custGeom>
              <a:rect b="b" l="l" r="r" t="t"/>
              <a:pathLst>
                <a:path extrusionOk="0" h="248507" w="352805">
                  <a:moveTo>
                    <a:pt x="261938" y="0"/>
                  </a:moveTo>
                  <a:lnTo>
                    <a:pt x="90868" y="0"/>
                  </a:lnTo>
                  <a:cubicBezTo>
                    <a:pt x="40862" y="0"/>
                    <a:pt x="0" y="40862"/>
                    <a:pt x="0" y="90869"/>
                  </a:cubicBezTo>
                  <a:cubicBezTo>
                    <a:pt x="0" y="140875"/>
                    <a:pt x="38100" y="178879"/>
                    <a:pt x="85725" y="181642"/>
                  </a:cubicBezTo>
                  <a:lnTo>
                    <a:pt x="29527" y="248508"/>
                  </a:lnTo>
                  <a:lnTo>
                    <a:pt x="135445" y="181833"/>
                  </a:lnTo>
                  <a:lnTo>
                    <a:pt x="261938" y="181833"/>
                  </a:lnTo>
                  <a:cubicBezTo>
                    <a:pt x="311944" y="181833"/>
                    <a:pt x="352806" y="140970"/>
                    <a:pt x="352806" y="90964"/>
                  </a:cubicBezTo>
                  <a:cubicBezTo>
                    <a:pt x="352806" y="40958"/>
                    <a:pt x="311944" y="95"/>
                    <a:pt x="261938" y="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"/>
            <p:cNvSpPr/>
            <p:nvPr/>
          </p:nvSpPr>
          <p:spPr>
            <a:xfrm>
              <a:off x="7783353" y="3331749"/>
              <a:ext cx="219455" cy="59054"/>
            </a:xfrm>
            <a:custGeom>
              <a:rect b="b" l="l" r="r" t="t"/>
              <a:pathLst>
                <a:path extrusionOk="0" h="59054" w="219455">
                  <a:moveTo>
                    <a:pt x="29527" y="0"/>
                  </a:moveTo>
                  <a:cubicBezTo>
                    <a:pt x="13239" y="0"/>
                    <a:pt x="0" y="13240"/>
                    <a:pt x="0" y="29528"/>
                  </a:cubicBezTo>
                  <a:cubicBezTo>
                    <a:pt x="0" y="45815"/>
                    <a:pt x="13239" y="59055"/>
                    <a:pt x="29527" y="59055"/>
                  </a:cubicBezTo>
                  <a:cubicBezTo>
                    <a:pt x="45815" y="59055"/>
                    <a:pt x="59055" y="45815"/>
                    <a:pt x="59055" y="29528"/>
                  </a:cubicBezTo>
                  <a:cubicBezTo>
                    <a:pt x="59055" y="13240"/>
                    <a:pt x="45815" y="0"/>
                    <a:pt x="29527" y="0"/>
                  </a:cubicBezTo>
                  <a:close/>
                  <a:moveTo>
                    <a:pt x="109728" y="0"/>
                  </a:moveTo>
                  <a:cubicBezTo>
                    <a:pt x="93440" y="0"/>
                    <a:pt x="80200" y="13240"/>
                    <a:pt x="80200" y="29528"/>
                  </a:cubicBezTo>
                  <a:cubicBezTo>
                    <a:pt x="80200" y="45815"/>
                    <a:pt x="93440" y="59055"/>
                    <a:pt x="109728" y="59055"/>
                  </a:cubicBezTo>
                  <a:cubicBezTo>
                    <a:pt x="126016" y="59055"/>
                    <a:pt x="139255" y="45815"/>
                    <a:pt x="139255" y="29528"/>
                  </a:cubicBezTo>
                  <a:cubicBezTo>
                    <a:pt x="139255" y="13240"/>
                    <a:pt x="126016" y="0"/>
                    <a:pt x="109728" y="0"/>
                  </a:cubicBezTo>
                  <a:close/>
                  <a:moveTo>
                    <a:pt x="189929" y="0"/>
                  </a:moveTo>
                  <a:cubicBezTo>
                    <a:pt x="173641" y="0"/>
                    <a:pt x="160401" y="13240"/>
                    <a:pt x="160401" y="29528"/>
                  </a:cubicBezTo>
                  <a:cubicBezTo>
                    <a:pt x="160401" y="45815"/>
                    <a:pt x="173641" y="59055"/>
                    <a:pt x="189929" y="59055"/>
                  </a:cubicBezTo>
                  <a:cubicBezTo>
                    <a:pt x="206216" y="59055"/>
                    <a:pt x="219456" y="45815"/>
                    <a:pt x="219456" y="29528"/>
                  </a:cubicBezTo>
                  <a:cubicBezTo>
                    <a:pt x="219456" y="13240"/>
                    <a:pt x="206216" y="0"/>
                    <a:pt x="189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4" name="Google Shape;714;p1"/>
          <p:cNvSpPr/>
          <p:nvPr/>
        </p:nvSpPr>
        <p:spPr>
          <a:xfrm>
            <a:off x="7148815" y="1542896"/>
            <a:ext cx="10501" cy="432759"/>
          </a:xfrm>
          <a:custGeom>
            <a:rect b="b" l="l" r="r" t="t"/>
            <a:pathLst>
              <a:path extrusionOk="0" h="392525" w="9525">
                <a:moveTo>
                  <a:pt x="0" y="0"/>
                </a:moveTo>
                <a:lnTo>
                  <a:pt x="0" y="392525"/>
                </a:lnTo>
              </a:path>
            </a:pathLst>
          </a:custGeom>
          <a:noFill/>
          <a:ln cap="rnd" cmpd="sng" w="29900">
            <a:solidFill>
              <a:schemeClr val="accent4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1"/>
          <p:cNvGrpSpPr/>
          <p:nvPr/>
        </p:nvGrpSpPr>
        <p:grpSpPr>
          <a:xfrm>
            <a:off x="5483130" y="2415465"/>
            <a:ext cx="27232" cy="532378"/>
            <a:chOff x="3534917" y="4467129"/>
            <a:chExt cx="24765" cy="484156"/>
          </a:xfrm>
        </p:grpSpPr>
        <p:sp>
          <p:nvSpPr>
            <p:cNvPr id="716" name="Google Shape;716;p1"/>
            <p:cNvSpPr/>
            <p:nvPr/>
          </p:nvSpPr>
          <p:spPr>
            <a:xfrm>
              <a:off x="3547300" y="4478845"/>
              <a:ext cx="9525" cy="460724"/>
            </a:xfrm>
            <a:custGeom>
              <a:rect b="b" l="l" r="r" t="t"/>
              <a:pathLst>
                <a:path extrusionOk="0" h="460724" w="9525">
                  <a:moveTo>
                    <a:pt x="0" y="460724"/>
                  </a:moveTo>
                  <a:lnTo>
                    <a:pt x="0" y="0"/>
                  </a:lnTo>
                </a:path>
              </a:pathLst>
            </a:custGeom>
            <a:noFill/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"/>
            <p:cNvSpPr/>
            <p:nvPr/>
          </p:nvSpPr>
          <p:spPr>
            <a:xfrm>
              <a:off x="3534917" y="4926520"/>
              <a:ext cx="24765" cy="24765"/>
            </a:xfrm>
            <a:custGeom>
              <a:rect b="b" l="l" r="r" t="t"/>
              <a:pathLst>
                <a:path extrusionOk="0" h="24765" w="24765">
                  <a:moveTo>
                    <a:pt x="24765" y="12382"/>
                  </a:moveTo>
                  <a:cubicBezTo>
                    <a:pt x="24765" y="19240"/>
                    <a:pt x="19241" y="24765"/>
                    <a:pt x="12383" y="24765"/>
                  </a:cubicBezTo>
                  <a:cubicBezTo>
                    <a:pt x="5525" y="24765"/>
                    <a:pt x="0" y="19240"/>
                    <a:pt x="0" y="12382"/>
                  </a:cubicBezTo>
                  <a:cubicBezTo>
                    <a:pt x="0" y="5524"/>
                    <a:pt x="5525" y="0"/>
                    <a:pt x="12383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rgbClr val="6F708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"/>
            <p:cNvSpPr/>
            <p:nvPr/>
          </p:nvSpPr>
          <p:spPr>
            <a:xfrm>
              <a:off x="3534917" y="4467129"/>
              <a:ext cx="24765" cy="24765"/>
            </a:xfrm>
            <a:custGeom>
              <a:rect b="b" l="l" r="r" t="t"/>
              <a:pathLst>
                <a:path extrusionOk="0" h="24765" w="24765">
                  <a:moveTo>
                    <a:pt x="24765" y="12383"/>
                  </a:moveTo>
                  <a:cubicBezTo>
                    <a:pt x="24765" y="5525"/>
                    <a:pt x="19241" y="0"/>
                    <a:pt x="12383" y="0"/>
                  </a:cubicBezTo>
                  <a:cubicBezTo>
                    <a:pt x="5525" y="0"/>
                    <a:pt x="0" y="5525"/>
                    <a:pt x="0" y="12383"/>
                  </a:cubicBezTo>
                  <a:cubicBezTo>
                    <a:pt x="0" y="19241"/>
                    <a:pt x="5525" y="24765"/>
                    <a:pt x="12383" y="24765"/>
                  </a:cubicBezTo>
                  <a:cubicBezTo>
                    <a:pt x="19241" y="24765"/>
                    <a:pt x="24765" y="19241"/>
                    <a:pt x="24765" y="12383"/>
                  </a:cubicBezTo>
                  <a:close/>
                </a:path>
              </a:pathLst>
            </a:custGeom>
            <a:solidFill>
              <a:srgbClr val="6F708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9" name="Google Shape;719;p1"/>
          <p:cNvGrpSpPr/>
          <p:nvPr/>
        </p:nvGrpSpPr>
        <p:grpSpPr>
          <a:xfrm>
            <a:off x="5643247" y="2277185"/>
            <a:ext cx="749418" cy="303868"/>
            <a:chOff x="3680531" y="4341375"/>
            <a:chExt cx="681537" cy="276344"/>
          </a:xfrm>
        </p:grpSpPr>
        <p:sp>
          <p:nvSpPr>
            <p:cNvPr id="720" name="Google Shape;720;p1"/>
            <p:cNvSpPr/>
            <p:nvPr/>
          </p:nvSpPr>
          <p:spPr>
            <a:xfrm>
              <a:off x="3692461" y="4353401"/>
              <a:ext cx="657796" cy="251936"/>
            </a:xfrm>
            <a:custGeom>
              <a:rect b="b" l="l" r="r" t="t"/>
              <a:pathLst>
                <a:path extrusionOk="0" h="251936" w="657796">
                  <a:moveTo>
                    <a:pt x="0" y="0"/>
                  </a:moveTo>
                  <a:lnTo>
                    <a:pt x="217075" y="217075"/>
                  </a:lnTo>
                  <a:cubicBezTo>
                    <a:pt x="239363" y="239363"/>
                    <a:pt x="269653" y="251936"/>
                    <a:pt x="301180" y="251936"/>
                  </a:cubicBezTo>
                  <a:lnTo>
                    <a:pt x="657797" y="251936"/>
                  </a:lnTo>
                </a:path>
              </a:pathLst>
            </a:custGeom>
            <a:noFill/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"/>
            <p:cNvSpPr/>
            <p:nvPr/>
          </p:nvSpPr>
          <p:spPr>
            <a:xfrm>
              <a:off x="3680531" y="4341375"/>
              <a:ext cx="24812" cy="24812"/>
            </a:xfrm>
            <a:custGeom>
              <a:rect b="b" l="l" r="r" t="t"/>
              <a:pathLst>
                <a:path extrusionOk="0" h="24812" w="24812">
                  <a:moveTo>
                    <a:pt x="3643" y="21169"/>
                  </a:moveTo>
                  <a:cubicBezTo>
                    <a:pt x="-1214" y="16312"/>
                    <a:pt x="-1214" y="8501"/>
                    <a:pt x="3643" y="3643"/>
                  </a:cubicBezTo>
                  <a:cubicBezTo>
                    <a:pt x="8501" y="-1214"/>
                    <a:pt x="16312" y="-1214"/>
                    <a:pt x="21169" y="3643"/>
                  </a:cubicBezTo>
                  <a:cubicBezTo>
                    <a:pt x="26027" y="8501"/>
                    <a:pt x="26027" y="16312"/>
                    <a:pt x="21169" y="21169"/>
                  </a:cubicBezTo>
                  <a:cubicBezTo>
                    <a:pt x="16312" y="26027"/>
                    <a:pt x="8501" y="26027"/>
                    <a:pt x="3643" y="21169"/>
                  </a:cubicBezTo>
                  <a:close/>
                </a:path>
              </a:pathLst>
            </a:custGeom>
            <a:solidFill>
              <a:srgbClr val="6F708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"/>
            <p:cNvSpPr/>
            <p:nvPr/>
          </p:nvSpPr>
          <p:spPr>
            <a:xfrm>
              <a:off x="4337303" y="4592955"/>
              <a:ext cx="24765" cy="24764"/>
            </a:xfrm>
            <a:custGeom>
              <a:rect b="b" l="l" r="r" t="t"/>
              <a:pathLst>
                <a:path extrusionOk="0" h="24764" w="24765">
                  <a:moveTo>
                    <a:pt x="12383" y="24765"/>
                  </a:moveTo>
                  <a:cubicBezTo>
                    <a:pt x="19241" y="24765"/>
                    <a:pt x="24765" y="19240"/>
                    <a:pt x="24765" y="12382"/>
                  </a:cubicBezTo>
                  <a:cubicBezTo>
                    <a:pt x="24765" y="5524"/>
                    <a:pt x="19241" y="0"/>
                    <a:pt x="12383" y="0"/>
                  </a:cubicBezTo>
                  <a:cubicBezTo>
                    <a:pt x="5525" y="0"/>
                    <a:pt x="0" y="5524"/>
                    <a:pt x="0" y="12382"/>
                  </a:cubicBezTo>
                  <a:cubicBezTo>
                    <a:pt x="0" y="19240"/>
                    <a:pt x="5525" y="24765"/>
                    <a:pt x="12383" y="24765"/>
                  </a:cubicBezTo>
                  <a:close/>
                </a:path>
              </a:pathLst>
            </a:custGeom>
            <a:solidFill>
              <a:srgbClr val="6F708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1"/>
          <p:cNvGrpSpPr/>
          <p:nvPr/>
        </p:nvGrpSpPr>
        <p:grpSpPr>
          <a:xfrm>
            <a:off x="8163164" y="4027994"/>
            <a:ext cx="202142" cy="355685"/>
            <a:chOff x="7613332" y="5933598"/>
            <a:chExt cx="183832" cy="323468"/>
          </a:xfrm>
        </p:grpSpPr>
        <p:sp>
          <p:nvSpPr>
            <p:cNvPr id="724" name="Google Shape;724;p1"/>
            <p:cNvSpPr/>
            <p:nvPr/>
          </p:nvSpPr>
          <p:spPr>
            <a:xfrm>
              <a:off x="7613332" y="5933598"/>
              <a:ext cx="183832" cy="323468"/>
            </a:xfrm>
            <a:custGeom>
              <a:rect b="b" l="l" r="r" t="t"/>
              <a:pathLst>
                <a:path extrusionOk="0" h="323468" w="183832">
                  <a:moveTo>
                    <a:pt x="91916" y="323469"/>
                  </a:moveTo>
                  <a:lnTo>
                    <a:pt x="91916" y="323469"/>
                  </a:lnTo>
                  <a:cubicBezTo>
                    <a:pt x="41339" y="323469"/>
                    <a:pt x="0" y="282130"/>
                    <a:pt x="0" y="231553"/>
                  </a:cubicBezTo>
                  <a:lnTo>
                    <a:pt x="0" y="91916"/>
                  </a:lnTo>
                  <a:cubicBezTo>
                    <a:pt x="0" y="41338"/>
                    <a:pt x="41339" y="0"/>
                    <a:pt x="91916" y="0"/>
                  </a:cubicBezTo>
                  <a:lnTo>
                    <a:pt x="91916" y="0"/>
                  </a:lnTo>
                  <a:cubicBezTo>
                    <a:pt x="142494" y="0"/>
                    <a:pt x="183832" y="41338"/>
                    <a:pt x="183832" y="91916"/>
                  </a:cubicBezTo>
                  <a:lnTo>
                    <a:pt x="183832" y="231553"/>
                  </a:lnTo>
                  <a:cubicBezTo>
                    <a:pt x="183832" y="282130"/>
                    <a:pt x="142494" y="323469"/>
                    <a:pt x="91916" y="3234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"/>
            <p:cNvSpPr/>
            <p:nvPr/>
          </p:nvSpPr>
          <p:spPr>
            <a:xfrm>
              <a:off x="7699533" y="5961602"/>
              <a:ext cx="11430" cy="54101"/>
            </a:xfrm>
            <a:custGeom>
              <a:rect b="b" l="l" r="r" t="t"/>
              <a:pathLst>
                <a:path extrusionOk="0" h="54101" w="11430">
                  <a:moveTo>
                    <a:pt x="5715" y="54102"/>
                  </a:moveTo>
                  <a:lnTo>
                    <a:pt x="5715" y="54102"/>
                  </a:lnTo>
                  <a:cubicBezTo>
                    <a:pt x="2572" y="54102"/>
                    <a:pt x="0" y="51530"/>
                    <a:pt x="0" y="48387"/>
                  </a:cubicBezTo>
                  <a:lnTo>
                    <a:pt x="0" y="5715"/>
                  </a:lnTo>
                  <a:cubicBezTo>
                    <a:pt x="0" y="2571"/>
                    <a:pt x="2572" y="0"/>
                    <a:pt x="5715" y="0"/>
                  </a:cubicBezTo>
                  <a:lnTo>
                    <a:pt x="5715" y="0"/>
                  </a:lnTo>
                  <a:cubicBezTo>
                    <a:pt x="8859" y="0"/>
                    <a:pt x="11430" y="2571"/>
                    <a:pt x="11430" y="5715"/>
                  </a:cubicBezTo>
                  <a:lnTo>
                    <a:pt x="11430" y="48387"/>
                  </a:lnTo>
                  <a:cubicBezTo>
                    <a:pt x="11430" y="51530"/>
                    <a:pt x="8859" y="54102"/>
                    <a:pt x="5715" y="54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1"/>
          <p:cNvGrpSpPr/>
          <p:nvPr/>
        </p:nvGrpSpPr>
        <p:grpSpPr>
          <a:xfrm>
            <a:off x="6427831" y="3923439"/>
            <a:ext cx="1533857" cy="564092"/>
            <a:chOff x="6546554" y="3679108"/>
            <a:chExt cx="1256642" cy="462143"/>
          </a:xfrm>
        </p:grpSpPr>
        <p:sp>
          <p:nvSpPr>
            <p:cNvPr id="727" name="Google Shape;727;p1"/>
            <p:cNvSpPr/>
            <p:nvPr/>
          </p:nvSpPr>
          <p:spPr>
            <a:xfrm>
              <a:off x="6546554" y="3679108"/>
              <a:ext cx="1256642" cy="462143"/>
            </a:xfrm>
            <a:custGeom>
              <a:rect b="b" l="l" r="r" t="t"/>
              <a:pathLst>
                <a:path extrusionOk="0" h="513492" w="1396269">
                  <a:moveTo>
                    <a:pt x="1334738" y="0"/>
                  </a:moveTo>
                  <a:cubicBezTo>
                    <a:pt x="1368721" y="0"/>
                    <a:pt x="1396270" y="27548"/>
                    <a:pt x="1396270" y="61531"/>
                  </a:cubicBezTo>
                  <a:lnTo>
                    <a:pt x="1396270" y="451961"/>
                  </a:lnTo>
                  <a:cubicBezTo>
                    <a:pt x="1396270" y="485944"/>
                    <a:pt x="1368722" y="513493"/>
                    <a:pt x="1334738" y="513493"/>
                  </a:cubicBezTo>
                  <a:lnTo>
                    <a:pt x="61532" y="513493"/>
                  </a:lnTo>
                  <a:cubicBezTo>
                    <a:pt x="27549" y="513493"/>
                    <a:pt x="0" y="485944"/>
                    <a:pt x="0" y="451961"/>
                  </a:cubicBezTo>
                  <a:lnTo>
                    <a:pt x="0" y="61531"/>
                  </a:lnTo>
                  <a:cubicBezTo>
                    <a:pt x="0" y="27549"/>
                    <a:pt x="27548" y="0"/>
                    <a:pt x="615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"/>
            <p:cNvSpPr/>
            <p:nvPr/>
          </p:nvSpPr>
          <p:spPr>
            <a:xfrm>
              <a:off x="6661108" y="3712144"/>
              <a:ext cx="69522" cy="69522"/>
            </a:xfrm>
            <a:custGeom>
              <a:rect b="b" l="l" r="r" t="t"/>
              <a:pathLst>
                <a:path extrusionOk="0" h="77247" w="77247">
                  <a:moveTo>
                    <a:pt x="0" y="0"/>
                  </a:moveTo>
                  <a:lnTo>
                    <a:pt x="77248" y="0"/>
                  </a:lnTo>
                  <a:lnTo>
                    <a:pt x="77248" y="77248"/>
                  </a:lnTo>
                  <a:lnTo>
                    <a:pt x="0" y="772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9" name="Google Shape;729;p1"/>
            <p:cNvGrpSpPr/>
            <p:nvPr/>
          </p:nvGrpSpPr>
          <p:grpSpPr>
            <a:xfrm>
              <a:off x="6805960" y="3712311"/>
              <a:ext cx="391811" cy="69592"/>
              <a:chOff x="6322885" y="5875210"/>
              <a:chExt cx="434911" cy="77247"/>
            </a:xfrm>
          </p:grpSpPr>
          <p:sp>
            <p:nvSpPr>
              <p:cNvPr id="730" name="Google Shape;730;p1"/>
              <p:cNvSpPr/>
              <p:nvPr/>
            </p:nvSpPr>
            <p:spPr>
              <a:xfrm>
                <a:off x="6322885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1"/>
              <p:cNvSpPr/>
              <p:nvPr/>
            </p:nvSpPr>
            <p:spPr>
              <a:xfrm>
                <a:off x="6412325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1"/>
              <p:cNvSpPr/>
              <p:nvPr/>
            </p:nvSpPr>
            <p:spPr>
              <a:xfrm>
                <a:off x="6501765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"/>
              <p:cNvSpPr/>
              <p:nvPr/>
            </p:nvSpPr>
            <p:spPr>
              <a:xfrm>
                <a:off x="6591109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"/>
              <p:cNvSpPr/>
              <p:nvPr/>
            </p:nvSpPr>
            <p:spPr>
              <a:xfrm>
                <a:off x="6680549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5" name="Google Shape;735;p1"/>
            <p:cNvGrpSpPr/>
            <p:nvPr/>
          </p:nvGrpSpPr>
          <p:grpSpPr>
            <a:xfrm>
              <a:off x="7285642" y="3712311"/>
              <a:ext cx="391897" cy="69592"/>
              <a:chOff x="6855333" y="5875210"/>
              <a:chExt cx="435006" cy="77247"/>
            </a:xfrm>
          </p:grpSpPr>
          <p:sp>
            <p:nvSpPr>
              <p:cNvPr id="736" name="Google Shape;736;p1"/>
              <p:cNvSpPr/>
              <p:nvPr/>
            </p:nvSpPr>
            <p:spPr>
              <a:xfrm>
                <a:off x="6855333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"/>
              <p:cNvSpPr/>
              <p:nvPr/>
            </p:nvSpPr>
            <p:spPr>
              <a:xfrm>
                <a:off x="6944772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"/>
              <p:cNvSpPr/>
              <p:nvPr/>
            </p:nvSpPr>
            <p:spPr>
              <a:xfrm>
                <a:off x="7034212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"/>
              <p:cNvSpPr/>
              <p:nvPr/>
            </p:nvSpPr>
            <p:spPr>
              <a:xfrm>
                <a:off x="7123652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"/>
              <p:cNvSpPr/>
              <p:nvPr/>
            </p:nvSpPr>
            <p:spPr>
              <a:xfrm>
                <a:off x="7213092" y="5875210"/>
                <a:ext cx="77247" cy="77247"/>
              </a:xfrm>
              <a:custGeom>
                <a:rect b="b" l="l" r="r" t="t"/>
                <a:pathLst>
                  <a:path extrusionOk="0" h="77247" w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1" name="Google Shape;741;p1"/>
            <p:cNvGrpSpPr/>
            <p:nvPr/>
          </p:nvGrpSpPr>
          <p:grpSpPr>
            <a:xfrm>
              <a:off x="6577103" y="3819746"/>
              <a:ext cx="1198690" cy="70794"/>
              <a:chOff x="6068853" y="5994463"/>
              <a:chExt cx="1330547" cy="78581"/>
            </a:xfrm>
          </p:grpSpPr>
          <p:sp>
            <p:nvSpPr>
              <p:cNvPr id="742" name="Google Shape;742;p1"/>
              <p:cNvSpPr/>
              <p:nvPr/>
            </p:nvSpPr>
            <p:spPr>
              <a:xfrm>
                <a:off x="6068853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"/>
              <p:cNvSpPr/>
              <p:nvPr/>
            </p:nvSpPr>
            <p:spPr>
              <a:xfrm>
                <a:off x="6173152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"/>
              <p:cNvSpPr/>
              <p:nvPr/>
            </p:nvSpPr>
            <p:spPr>
              <a:xfrm>
                <a:off x="6277451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"/>
              <p:cNvSpPr/>
              <p:nvPr/>
            </p:nvSpPr>
            <p:spPr>
              <a:xfrm>
                <a:off x="6381845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"/>
              <p:cNvSpPr/>
              <p:nvPr/>
            </p:nvSpPr>
            <p:spPr>
              <a:xfrm>
                <a:off x="6486144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"/>
              <p:cNvSpPr/>
              <p:nvPr/>
            </p:nvSpPr>
            <p:spPr>
              <a:xfrm>
                <a:off x="6590442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"/>
              <p:cNvSpPr/>
              <p:nvPr/>
            </p:nvSpPr>
            <p:spPr>
              <a:xfrm>
                <a:off x="6694836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"/>
              <p:cNvSpPr/>
              <p:nvPr/>
            </p:nvSpPr>
            <p:spPr>
              <a:xfrm>
                <a:off x="6799135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"/>
              <p:cNvSpPr/>
              <p:nvPr/>
            </p:nvSpPr>
            <p:spPr>
              <a:xfrm>
                <a:off x="6903434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"/>
              <p:cNvSpPr/>
              <p:nvPr/>
            </p:nvSpPr>
            <p:spPr>
              <a:xfrm>
                <a:off x="7007828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"/>
              <p:cNvSpPr/>
              <p:nvPr/>
            </p:nvSpPr>
            <p:spPr>
              <a:xfrm>
                <a:off x="7112126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"/>
              <p:cNvSpPr/>
              <p:nvPr/>
            </p:nvSpPr>
            <p:spPr>
              <a:xfrm>
                <a:off x="7216425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"/>
              <p:cNvSpPr/>
              <p:nvPr/>
            </p:nvSpPr>
            <p:spPr>
              <a:xfrm>
                <a:off x="7320819" y="5994463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2" y="0"/>
                    </a:lnTo>
                    <a:lnTo>
                      <a:pt x="78582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5" name="Google Shape;755;p1"/>
            <p:cNvGrpSpPr/>
            <p:nvPr/>
          </p:nvGrpSpPr>
          <p:grpSpPr>
            <a:xfrm>
              <a:off x="6577103" y="3995572"/>
              <a:ext cx="1198690" cy="70794"/>
              <a:chOff x="6068853" y="6189630"/>
              <a:chExt cx="1330547" cy="78581"/>
            </a:xfrm>
          </p:grpSpPr>
          <p:sp>
            <p:nvSpPr>
              <p:cNvPr id="756" name="Google Shape;756;p1"/>
              <p:cNvSpPr/>
              <p:nvPr/>
            </p:nvSpPr>
            <p:spPr>
              <a:xfrm>
                <a:off x="6068853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"/>
              <p:cNvSpPr/>
              <p:nvPr/>
            </p:nvSpPr>
            <p:spPr>
              <a:xfrm>
                <a:off x="6173152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"/>
              <p:cNvSpPr/>
              <p:nvPr/>
            </p:nvSpPr>
            <p:spPr>
              <a:xfrm>
                <a:off x="6277451" y="6189630"/>
                <a:ext cx="497300" cy="78581"/>
              </a:xfrm>
              <a:custGeom>
                <a:rect b="b" l="l" r="r" t="t"/>
                <a:pathLst>
                  <a:path extrusionOk="0" h="78581" w="497300">
                    <a:moveTo>
                      <a:pt x="0" y="0"/>
                    </a:moveTo>
                    <a:lnTo>
                      <a:pt x="497300" y="0"/>
                    </a:lnTo>
                    <a:lnTo>
                      <a:pt x="497300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"/>
              <p:cNvSpPr/>
              <p:nvPr/>
            </p:nvSpPr>
            <p:spPr>
              <a:xfrm>
                <a:off x="6799135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"/>
              <p:cNvSpPr/>
              <p:nvPr/>
            </p:nvSpPr>
            <p:spPr>
              <a:xfrm>
                <a:off x="6903434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"/>
              <p:cNvSpPr/>
              <p:nvPr/>
            </p:nvSpPr>
            <p:spPr>
              <a:xfrm>
                <a:off x="7007828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"/>
              <p:cNvSpPr/>
              <p:nvPr/>
            </p:nvSpPr>
            <p:spPr>
              <a:xfrm>
                <a:off x="7112126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"/>
              <p:cNvSpPr/>
              <p:nvPr/>
            </p:nvSpPr>
            <p:spPr>
              <a:xfrm>
                <a:off x="7216425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"/>
              <p:cNvSpPr/>
              <p:nvPr/>
            </p:nvSpPr>
            <p:spPr>
              <a:xfrm>
                <a:off x="7320819" y="6189630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2" y="0"/>
                    </a:lnTo>
                    <a:lnTo>
                      <a:pt x="78582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1"/>
            <p:cNvGrpSpPr/>
            <p:nvPr/>
          </p:nvGrpSpPr>
          <p:grpSpPr>
            <a:xfrm>
              <a:off x="6622239" y="3908904"/>
              <a:ext cx="1104727" cy="70794"/>
              <a:chOff x="6118955" y="6093428"/>
              <a:chExt cx="1226248" cy="78581"/>
            </a:xfrm>
          </p:grpSpPr>
          <p:sp>
            <p:nvSpPr>
              <p:cNvPr id="766" name="Google Shape;766;p1"/>
              <p:cNvSpPr/>
              <p:nvPr/>
            </p:nvSpPr>
            <p:spPr>
              <a:xfrm>
                <a:off x="6118955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"/>
              <p:cNvSpPr/>
              <p:nvPr/>
            </p:nvSpPr>
            <p:spPr>
              <a:xfrm>
                <a:off x="6223254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"/>
              <p:cNvSpPr/>
              <p:nvPr/>
            </p:nvSpPr>
            <p:spPr>
              <a:xfrm>
                <a:off x="6327648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"/>
              <p:cNvSpPr/>
              <p:nvPr/>
            </p:nvSpPr>
            <p:spPr>
              <a:xfrm>
                <a:off x="6431946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"/>
              <p:cNvSpPr/>
              <p:nvPr/>
            </p:nvSpPr>
            <p:spPr>
              <a:xfrm>
                <a:off x="6536245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"/>
              <p:cNvSpPr/>
              <p:nvPr/>
            </p:nvSpPr>
            <p:spPr>
              <a:xfrm>
                <a:off x="6640639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"/>
              <p:cNvSpPr/>
              <p:nvPr/>
            </p:nvSpPr>
            <p:spPr>
              <a:xfrm>
                <a:off x="6744938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"/>
              <p:cNvSpPr/>
              <p:nvPr/>
            </p:nvSpPr>
            <p:spPr>
              <a:xfrm>
                <a:off x="6849237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"/>
              <p:cNvSpPr/>
              <p:nvPr/>
            </p:nvSpPr>
            <p:spPr>
              <a:xfrm>
                <a:off x="6953631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"/>
              <p:cNvSpPr/>
              <p:nvPr/>
            </p:nvSpPr>
            <p:spPr>
              <a:xfrm>
                <a:off x="7057929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"/>
              <p:cNvSpPr/>
              <p:nvPr/>
            </p:nvSpPr>
            <p:spPr>
              <a:xfrm>
                <a:off x="7162228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"/>
              <p:cNvSpPr/>
              <p:nvPr/>
            </p:nvSpPr>
            <p:spPr>
              <a:xfrm>
                <a:off x="7266622" y="6093428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8" name="Google Shape;778;p1"/>
            <p:cNvSpPr/>
            <p:nvPr/>
          </p:nvSpPr>
          <p:spPr>
            <a:xfrm>
              <a:off x="7740658" y="3711543"/>
              <a:ext cx="33604" cy="33604"/>
            </a:xfrm>
            <a:custGeom>
              <a:rect b="b" l="l" r="r" t="t"/>
              <a:pathLst>
                <a:path extrusionOk="0" h="37338" w="37338">
                  <a:moveTo>
                    <a:pt x="37338" y="18669"/>
                  </a:moveTo>
                  <a:cubicBezTo>
                    <a:pt x="37338" y="28980"/>
                    <a:pt x="28980" y="37338"/>
                    <a:pt x="18669" y="37338"/>
                  </a:cubicBezTo>
                  <a:cubicBezTo>
                    <a:pt x="8358" y="37338"/>
                    <a:pt x="0" y="28980"/>
                    <a:pt x="0" y="18669"/>
                  </a:cubicBezTo>
                  <a:cubicBezTo>
                    <a:pt x="0" y="8359"/>
                    <a:pt x="8358" y="0"/>
                    <a:pt x="18669" y="0"/>
                  </a:cubicBezTo>
                  <a:cubicBezTo>
                    <a:pt x="28979" y="0"/>
                    <a:pt x="37338" y="8358"/>
                    <a:pt x="37338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9" name="Google Shape;779;p1"/>
          <p:cNvGrpSpPr/>
          <p:nvPr/>
        </p:nvGrpSpPr>
        <p:grpSpPr>
          <a:xfrm>
            <a:off x="6367914" y="2012818"/>
            <a:ext cx="1448168" cy="1250722"/>
            <a:chOff x="6497466" y="2113795"/>
            <a:chExt cx="1186439" cy="1024678"/>
          </a:xfrm>
        </p:grpSpPr>
        <p:sp>
          <p:nvSpPr>
            <p:cNvPr id="780" name="Google Shape;780;p1"/>
            <p:cNvSpPr/>
            <p:nvPr/>
          </p:nvSpPr>
          <p:spPr>
            <a:xfrm>
              <a:off x="6497466" y="2113795"/>
              <a:ext cx="1186433" cy="1024678"/>
            </a:xfrm>
            <a:custGeom>
              <a:rect b="b" l="l" r="r" t="t"/>
              <a:pathLst>
                <a:path extrusionOk="0" h="1915286" w="1318259">
                  <a:moveTo>
                    <a:pt x="1266444" y="0"/>
                  </a:moveTo>
                  <a:cubicBezTo>
                    <a:pt x="1295061" y="0"/>
                    <a:pt x="1318260" y="23199"/>
                    <a:pt x="1318260" y="51816"/>
                  </a:cubicBezTo>
                  <a:lnTo>
                    <a:pt x="1318260" y="1863471"/>
                  </a:lnTo>
                  <a:cubicBezTo>
                    <a:pt x="1318260" y="1892089"/>
                    <a:pt x="1295061" y="1915287"/>
                    <a:pt x="1266444" y="1915287"/>
                  </a:cubicBezTo>
                  <a:lnTo>
                    <a:pt x="51816" y="1915287"/>
                  </a:lnTo>
                  <a:cubicBezTo>
                    <a:pt x="23198" y="1915287"/>
                    <a:pt x="0" y="1892089"/>
                    <a:pt x="0" y="1863471"/>
                  </a:cubicBezTo>
                  <a:lnTo>
                    <a:pt x="0" y="51816"/>
                  </a:lnTo>
                  <a:cubicBezTo>
                    <a:pt x="0" y="23199"/>
                    <a:pt x="23198" y="0"/>
                    <a:pt x="518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"/>
            <p:cNvSpPr/>
            <p:nvPr/>
          </p:nvSpPr>
          <p:spPr>
            <a:xfrm>
              <a:off x="6497472" y="2113798"/>
              <a:ext cx="1186433" cy="84696"/>
            </a:xfrm>
            <a:custGeom>
              <a:rect b="b" l="l" r="r" t="t"/>
              <a:pathLst>
                <a:path extrusionOk="0" h="94107" w="1318259">
                  <a:moveTo>
                    <a:pt x="1318260" y="51816"/>
                  </a:moveTo>
                  <a:lnTo>
                    <a:pt x="1318260" y="94107"/>
                  </a:lnTo>
                  <a:lnTo>
                    <a:pt x="0" y="94107"/>
                  </a:lnTo>
                  <a:lnTo>
                    <a:pt x="0" y="51816"/>
                  </a:lnTo>
                  <a:cubicBezTo>
                    <a:pt x="0" y="23241"/>
                    <a:pt x="23241" y="0"/>
                    <a:pt x="51816" y="0"/>
                  </a:cubicBezTo>
                  <a:lnTo>
                    <a:pt x="1266444" y="0"/>
                  </a:lnTo>
                  <a:cubicBezTo>
                    <a:pt x="1295019" y="0"/>
                    <a:pt x="1318260" y="23241"/>
                    <a:pt x="1318260" y="518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2" name="Google Shape;782;p1"/>
            <p:cNvGrpSpPr/>
            <p:nvPr/>
          </p:nvGrpSpPr>
          <p:grpSpPr>
            <a:xfrm>
              <a:off x="7512268" y="2145579"/>
              <a:ext cx="126741" cy="28145"/>
              <a:chOff x="7106888" y="4136136"/>
              <a:chExt cx="140683" cy="31241"/>
            </a:xfrm>
          </p:grpSpPr>
          <p:sp>
            <p:nvSpPr>
              <p:cNvPr id="783" name="Google Shape;783;p1"/>
              <p:cNvSpPr/>
              <p:nvPr/>
            </p:nvSpPr>
            <p:spPr>
              <a:xfrm>
                <a:off x="7216330" y="4136136"/>
                <a:ext cx="31241" cy="31241"/>
              </a:xfrm>
              <a:custGeom>
                <a:rect b="b" l="l" r="r" t="t"/>
                <a:pathLst>
                  <a:path extrusionOk="0" h="31241" w="31241">
                    <a:moveTo>
                      <a:pt x="31242" y="15621"/>
                    </a:moveTo>
                    <a:cubicBezTo>
                      <a:pt x="31242" y="24248"/>
                      <a:pt x="24248" y="31242"/>
                      <a:pt x="15621" y="31242"/>
                    </a:cubicBezTo>
                    <a:cubicBezTo>
                      <a:pt x="6994" y="31242"/>
                      <a:pt x="0" y="24248"/>
                      <a:pt x="0" y="15621"/>
                    </a:cubicBezTo>
                    <a:cubicBezTo>
                      <a:pt x="0" y="6994"/>
                      <a:pt x="6994" y="0"/>
                      <a:pt x="15621" y="0"/>
                    </a:cubicBezTo>
                    <a:cubicBezTo>
                      <a:pt x="24248" y="0"/>
                      <a:pt x="31242" y="6994"/>
                      <a:pt x="31242" y="156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"/>
              <p:cNvSpPr/>
              <p:nvPr/>
            </p:nvSpPr>
            <p:spPr>
              <a:xfrm>
                <a:off x="7161561" y="4136136"/>
                <a:ext cx="31241" cy="31241"/>
              </a:xfrm>
              <a:custGeom>
                <a:rect b="b" l="l" r="r" t="t"/>
                <a:pathLst>
                  <a:path extrusionOk="0" h="31241" w="31241">
                    <a:moveTo>
                      <a:pt x="31242" y="15621"/>
                    </a:moveTo>
                    <a:cubicBezTo>
                      <a:pt x="31242" y="24248"/>
                      <a:pt x="24248" y="31242"/>
                      <a:pt x="15621" y="31242"/>
                    </a:cubicBezTo>
                    <a:cubicBezTo>
                      <a:pt x="6994" y="31242"/>
                      <a:pt x="0" y="24248"/>
                      <a:pt x="0" y="15621"/>
                    </a:cubicBezTo>
                    <a:cubicBezTo>
                      <a:pt x="0" y="6994"/>
                      <a:pt x="6994" y="0"/>
                      <a:pt x="15621" y="0"/>
                    </a:cubicBezTo>
                    <a:cubicBezTo>
                      <a:pt x="24248" y="0"/>
                      <a:pt x="31242" y="6994"/>
                      <a:pt x="31242" y="156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"/>
              <p:cNvSpPr/>
              <p:nvPr/>
            </p:nvSpPr>
            <p:spPr>
              <a:xfrm>
                <a:off x="7106888" y="4136136"/>
                <a:ext cx="31241" cy="31241"/>
              </a:xfrm>
              <a:custGeom>
                <a:rect b="b" l="l" r="r" t="t"/>
                <a:pathLst>
                  <a:path extrusionOk="0" h="31241" w="31241">
                    <a:moveTo>
                      <a:pt x="31242" y="15621"/>
                    </a:moveTo>
                    <a:cubicBezTo>
                      <a:pt x="31242" y="24248"/>
                      <a:pt x="24248" y="31242"/>
                      <a:pt x="15621" y="31242"/>
                    </a:cubicBezTo>
                    <a:cubicBezTo>
                      <a:pt x="6993" y="31242"/>
                      <a:pt x="-1" y="24248"/>
                      <a:pt x="-1" y="15621"/>
                    </a:cubicBezTo>
                    <a:cubicBezTo>
                      <a:pt x="-1" y="6994"/>
                      <a:pt x="6993" y="0"/>
                      <a:pt x="15621" y="0"/>
                    </a:cubicBezTo>
                    <a:cubicBezTo>
                      <a:pt x="24248" y="0"/>
                      <a:pt x="31242" y="6994"/>
                      <a:pt x="31242" y="1562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6" name="Google Shape;786;p1"/>
            <p:cNvSpPr/>
            <p:nvPr/>
          </p:nvSpPr>
          <p:spPr>
            <a:xfrm>
              <a:off x="6515578" y="2215995"/>
              <a:ext cx="1150258" cy="460514"/>
            </a:xfrm>
            <a:custGeom>
              <a:rect b="b" l="l" r="r" t="t"/>
              <a:pathLst>
                <a:path extrusionOk="0" h="511682" w="1278064">
                  <a:moveTo>
                    <a:pt x="0" y="0"/>
                  </a:moveTo>
                  <a:lnTo>
                    <a:pt x="1278064" y="0"/>
                  </a:lnTo>
                  <a:lnTo>
                    <a:pt x="1278064" y="511683"/>
                  </a:lnTo>
                  <a:lnTo>
                    <a:pt x="0" y="5116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"/>
            <p:cNvSpPr/>
            <p:nvPr/>
          </p:nvSpPr>
          <p:spPr>
            <a:xfrm>
              <a:off x="6548699" y="2724580"/>
              <a:ext cx="316840" cy="275091"/>
            </a:xfrm>
            <a:custGeom>
              <a:rect b="b" l="l" r="r" t="t"/>
              <a:pathLst>
                <a:path extrusionOk="0" h="305657" w="352044">
                  <a:moveTo>
                    <a:pt x="0" y="0"/>
                  </a:moveTo>
                  <a:lnTo>
                    <a:pt x="352044" y="0"/>
                  </a:lnTo>
                  <a:lnTo>
                    <a:pt x="352044" y="305657"/>
                  </a:lnTo>
                  <a:lnTo>
                    <a:pt x="0" y="3056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"/>
            <p:cNvSpPr/>
            <p:nvPr/>
          </p:nvSpPr>
          <p:spPr>
            <a:xfrm>
              <a:off x="6896308" y="2724580"/>
              <a:ext cx="741778" cy="20916"/>
            </a:xfrm>
            <a:custGeom>
              <a:rect b="b" l="l" r="r" t="t"/>
              <a:pathLst>
                <a:path extrusionOk="0" h="23240" w="824198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"/>
            <p:cNvSpPr/>
            <p:nvPr/>
          </p:nvSpPr>
          <p:spPr>
            <a:xfrm>
              <a:off x="6896308" y="2775721"/>
              <a:ext cx="741778" cy="20916"/>
            </a:xfrm>
            <a:custGeom>
              <a:rect b="b" l="l" r="r" t="t"/>
              <a:pathLst>
                <a:path extrusionOk="0" h="23240" w="824198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"/>
            <p:cNvSpPr/>
            <p:nvPr/>
          </p:nvSpPr>
          <p:spPr>
            <a:xfrm>
              <a:off x="6896308" y="2826777"/>
              <a:ext cx="741778" cy="20916"/>
            </a:xfrm>
            <a:custGeom>
              <a:rect b="b" l="l" r="r" t="t"/>
              <a:pathLst>
                <a:path extrusionOk="0" h="23240" w="824198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"/>
            <p:cNvSpPr/>
            <p:nvPr/>
          </p:nvSpPr>
          <p:spPr>
            <a:xfrm>
              <a:off x="6896308" y="2877919"/>
              <a:ext cx="741778" cy="20916"/>
            </a:xfrm>
            <a:custGeom>
              <a:rect b="b" l="l" r="r" t="t"/>
              <a:pathLst>
                <a:path extrusionOk="0" h="23240" w="824198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2" name="Google Shape;792;p1"/>
            <p:cNvGrpSpPr/>
            <p:nvPr/>
          </p:nvGrpSpPr>
          <p:grpSpPr>
            <a:xfrm>
              <a:off x="7422424" y="2953744"/>
              <a:ext cx="216586" cy="46337"/>
              <a:chOff x="7007161" y="5033200"/>
              <a:chExt cx="240411" cy="51434"/>
            </a:xfrm>
          </p:grpSpPr>
          <p:sp>
            <p:nvSpPr>
              <p:cNvPr id="793" name="Google Shape;793;p1"/>
              <p:cNvSpPr/>
              <p:nvPr/>
            </p:nvSpPr>
            <p:spPr>
              <a:xfrm>
                <a:off x="7007161" y="5033200"/>
                <a:ext cx="240411" cy="51434"/>
              </a:xfrm>
              <a:custGeom>
                <a:rect b="b" l="l" r="r" t="t"/>
                <a:pathLst>
                  <a:path extrusionOk="0" h="51434" w="240411">
                    <a:moveTo>
                      <a:pt x="214694" y="51435"/>
                    </a:moveTo>
                    <a:lnTo>
                      <a:pt x="25718" y="51435"/>
                    </a:lnTo>
                    <a:cubicBezTo>
                      <a:pt x="11525" y="51435"/>
                      <a:pt x="0" y="39814"/>
                      <a:pt x="0" y="25717"/>
                    </a:cubicBezTo>
                    <a:lnTo>
                      <a:pt x="0" y="25717"/>
                    </a:lnTo>
                    <a:cubicBezTo>
                      <a:pt x="0" y="11525"/>
                      <a:pt x="11621" y="0"/>
                      <a:pt x="25718" y="0"/>
                    </a:cubicBezTo>
                    <a:lnTo>
                      <a:pt x="214694" y="0"/>
                    </a:lnTo>
                    <a:cubicBezTo>
                      <a:pt x="228886" y="0"/>
                      <a:pt x="240411" y="11621"/>
                      <a:pt x="240411" y="25717"/>
                    </a:cubicBezTo>
                    <a:lnTo>
                      <a:pt x="240411" y="25717"/>
                    </a:lnTo>
                    <a:cubicBezTo>
                      <a:pt x="240411" y="39909"/>
                      <a:pt x="228791" y="51435"/>
                      <a:pt x="214694" y="5143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"/>
              <p:cNvSpPr/>
              <p:nvPr/>
            </p:nvSpPr>
            <p:spPr>
              <a:xfrm>
                <a:off x="7073264" y="5047202"/>
                <a:ext cx="108204" cy="23240"/>
              </a:xfrm>
              <a:custGeom>
                <a:rect b="b" l="l" r="r" t="t"/>
                <a:pathLst>
                  <a:path extrusionOk="0" h="23240" w="108204">
                    <a:moveTo>
                      <a:pt x="96584" y="23241"/>
                    </a:moveTo>
                    <a:lnTo>
                      <a:pt x="11621" y="23241"/>
                    </a:lnTo>
                    <a:cubicBezTo>
                      <a:pt x="5239" y="23241"/>
                      <a:pt x="0" y="18002"/>
                      <a:pt x="0" y="11620"/>
                    </a:cubicBezTo>
                    <a:lnTo>
                      <a:pt x="0" y="11620"/>
                    </a:lnTo>
                    <a:cubicBezTo>
                      <a:pt x="0" y="5239"/>
                      <a:pt x="5239" y="0"/>
                      <a:pt x="11621" y="0"/>
                    </a:cubicBezTo>
                    <a:lnTo>
                      <a:pt x="96584" y="0"/>
                    </a:lnTo>
                    <a:cubicBezTo>
                      <a:pt x="102965" y="0"/>
                      <a:pt x="108204" y="5239"/>
                      <a:pt x="108204" y="11620"/>
                    </a:cubicBezTo>
                    <a:lnTo>
                      <a:pt x="108204" y="11620"/>
                    </a:lnTo>
                    <a:cubicBezTo>
                      <a:pt x="108204" y="18002"/>
                      <a:pt x="102965" y="23241"/>
                      <a:pt x="96584" y="232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5" name="Google Shape;795;p1"/>
            <p:cNvGrpSpPr/>
            <p:nvPr/>
          </p:nvGrpSpPr>
          <p:grpSpPr>
            <a:xfrm>
              <a:off x="6548871" y="2408331"/>
              <a:ext cx="1090139" cy="89414"/>
              <a:chOff x="6037516" y="4427791"/>
              <a:chExt cx="1210056" cy="99250"/>
            </a:xfrm>
          </p:grpSpPr>
          <p:sp>
            <p:nvSpPr>
              <p:cNvPr id="796" name="Google Shape;796;p1"/>
              <p:cNvSpPr/>
              <p:nvPr/>
            </p:nvSpPr>
            <p:spPr>
              <a:xfrm>
                <a:off x="6037516" y="4427791"/>
                <a:ext cx="49625" cy="99250"/>
              </a:xfrm>
              <a:custGeom>
                <a:rect b="b" l="l" r="r" t="t"/>
                <a:pathLst>
                  <a:path extrusionOk="0" h="99250" w="49625">
                    <a:moveTo>
                      <a:pt x="0" y="49625"/>
                    </a:moveTo>
                    <a:lnTo>
                      <a:pt x="49625" y="99251"/>
                    </a:lnTo>
                    <a:lnTo>
                      <a:pt x="49625" y="0"/>
                    </a:lnTo>
                    <a:lnTo>
                      <a:pt x="0" y="496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"/>
              <p:cNvSpPr/>
              <p:nvPr/>
            </p:nvSpPr>
            <p:spPr>
              <a:xfrm>
                <a:off x="7197947" y="4427791"/>
                <a:ext cx="49625" cy="99250"/>
              </a:xfrm>
              <a:custGeom>
                <a:rect b="b" l="l" r="r" t="t"/>
                <a:pathLst>
                  <a:path extrusionOk="0" h="99250" w="49625">
                    <a:moveTo>
                      <a:pt x="0" y="0"/>
                    </a:moveTo>
                    <a:lnTo>
                      <a:pt x="0" y="99251"/>
                    </a:lnTo>
                    <a:lnTo>
                      <a:pt x="49625" y="49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8" name="Google Shape;798;p1"/>
            <p:cNvGrpSpPr/>
            <p:nvPr/>
          </p:nvGrpSpPr>
          <p:grpSpPr>
            <a:xfrm>
              <a:off x="7012935" y="2651519"/>
              <a:ext cx="157033" cy="16304"/>
              <a:chOff x="6552628" y="4697730"/>
              <a:chExt cx="174307" cy="18097"/>
            </a:xfrm>
          </p:grpSpPr>
          <p:sp>
            <p:nvSpPr>
              <p:cNvPr id="799" name="Google Shape;799;p1"/>
              <p:cNvSpPr/>
              <p:nvPr/>
            </p:nvSpPr>
            <p:spPr>
              <a:xfrm>
                <a:off x="6552628" y="4697730"/>
                <a:ext cx="18097" cy="18097"/>
              </a:xfrm>
              <a:custGeom>
                <a:rect b="b" l="l" r="r" t="t"/>
                <a:pathLst>
                  <a:path extrusionOk="0" h="18097" w="18097">
                    <a:moveTo>
                      <a:pt x="18098" y="9049"/>
                    </a:moveTo>
                    <a:cubicBezTo>
                      <a:pt x="18098" y="14002"/>
                      <a:pt x="14097" y="18097"/>
                      <a:pt x="9049" y="18097"/>
                    </a:cubicBezTo>
                    <a:cubicBezTo>
                      <a:pt x="4000" y="18097"/>
                      <a:pt x="0" y="14097"/>
                      <a:pt x="0" y="9049"/>
                    </a:cubicBezTo>
                    <a:cubicBezTo>
                      <a:pt x="0" y="4000"/>
                      <a:pt x="4000" y="0"/>
                      <a:pt x="9049" y="0"/>
                    </a:cubicBezTo>
                    <a:cubicBezTo>
                      <a:pt x="14097" y="0"/>
                      <a:pt x="18098" y="4000"/>
                      <a:pt x="18098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"/>
              <p:cNvSpPr/>
              <p:nvPr/>
            </p:nvSpPr>
            <p:spPr>
              <a:xfrm>
                <a:off x="6591681" y="4697730"/>
                <a:ext cx="18097" cy="18097"/>
              </a:xfrm>
              <a:custGeom>
                <a:rect b="b" l="l" r="r" t="t"/>
                <a:pathLst>
                  <a:path extrusionOk="0" h="18097" w="18097">
                    <a:moveTo>
                      <a:pt x="18098" y="9049"/>
                    </a:moveTo>
                    <a:cubicBezTo>
                      <a:pt x="18098" y="14046"/>
                      <a:pt x="14046" y="18098"/>
                      <a:pt x="9049" y="18098"/>
                    </a:cubicBezTo>
                    <a:cubicBezTo>
                      <a:pt x="4051" y="18098"/>
                      <a:pt x="0" y="14046"/>
                      <a:pt x="0" y="9049"/>
                    </a:cubicBezTo>
                    <a:cubicBezTo>
                      <a:pt x="0" y="4051"/>
                      <a:pt x="4051" y="0"/>
                      <a:pt x="9049" y="0"/>
                    </a:cubicBezTo>
                    <a:cubicBezTo>
                      <a:pt x="14046" y="0"/>
                      <a:pt x="18098" y="4051"/>
                      <a:pt x="18098" y="9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"/>
              <p:cNvSpPr/>
              <p:nvPr/>
            </p:nvSpPr>
            <p:spPr>
              <a:xfrm>
                <a:off x="6630733" y="4697730"/>
                <a:ext cx="18097" cy="18097"/>
              </a:xfrm>
              <a:custGeom>
                <a:rect b="b" l="l" r="r" t="t"/>
                <a:pathLst>
                  <a:path extrusionOk="0" h="18097" w="18097">
                    <a:moveTo>
                      <a:pt x="18097" y="9049"/>
                    </a:moveTo>
                    <a:cubicBezTo>
                      <a:pt x="18097" y="14002"/>
                      <a:pt x="14097" y="18097"/>
                      <a:pt x="9049" y="18097"/>
                    </a:cubicBezTo>
                    <a:cubicBezTo>
                      <a:pt x="4000" y="18097"/>
                      <a:pt x="0" y="14097"/>
                      <a:pt x="0" y="9049"/>
                    </a:cubicBezTo>
                    <a:cubicBezTo>
                      <a:pt x="0" y="4000"/>
                      <a:pt x="4000" y="0"/>
                      <a:pt x="9049" y="0"/>
                    </a:cubicBezTo>
                    <a:cubicBezTo>
                      <a:pt x="14097" y="0"/>
                      <a:pt x="18097" y="4000"/>
                      <a:pt x="18097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"/>
              <p:cNvSpPr/>
              <p:nvPr/>
            </p:nvSpPr>
            <p:spPr>
              <a:xfrm>
                <a:off x="6669881" y="4697730"/>
                <a:ext cx="18097" cy="18097"/>
              </a:xfrm>
              <a:custGeom>
                <a:rect b="b" l="l" r="r" t="t"/>
                <a:pathLst>
                  <a:path extrusionOk="0" h="18097" w="18097">
                    <a:moveTo>
                      <a:pt x="18098" y="9049"/>
                    </a:moveTo>
                    <a:cubicBezTo>
                      <a:pt x="18098" y="14046"/>
                      <a:pt x="14046" y="18098"/>
                      <a:pt x="9049" y="18098"/>
                    </a:cubicBezTo>
                    <a:cubicBezTo>
                      <a:pt x="4051" y="18098"/>
                      <a:pt x="0" y="14046"/>
                      <a:pt x="0" y="9049"/>
                    </a:cubicBezTo>
                    <a:cubicBezTo>
                      <a:pt x="0" y="4051"/>
                      <a:pt x="4051" y="0"/>
                      <a:pt x="9049" y="0"/>
                    </a:cubicBezTo>
                    <a:cubicBezTo>
                      <a:pt x="14046" y="0"/>
                      <a:pt x="18098" y="4051"/>
                      <a:pt x="18098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"/>
              <p:cNvSpPr/>
              <p:nvPr/>
            </p:nvSpPr>
            <p:spPr>
              <a:xfrm>
                <a:off x="6708838" y="4697730"/>
                <a:ext cx="18097" cy="18097"/>
              </a:xfrm>
              <a:custGeom>
                <a:rect b="b" l="l" r="r" t="t"/>
                <a:pathLst>
                  <a:path extrusionOk="0" h="18097" w="18097">
                    <a:moveTo>
                      <a:pt x="18097" y="9049"/>
                    </a:moveTo>
                    <a:cubicBezTo>
                      <a:pt x="18097" y="14002"/>
                      <a:pt x="14097" y="18097"/>
                      <a:pt x="9048" y="18097"/>
                    </a:cubicBezTo>
                    <a:cubicBezTo>
                      <a:pt x="4000" y="18097"/>
                      <a:pt x="0" y="14097"/>
                      <a:pt x="0" y="9049"/>
                    </a:cubicBezTo>
                    <a:cubicBezTo>
                      <a:pt x="0" y="4000"/>
                      <a:pt x="4000" y="0"/>
                      <a:pt x="9048" y="0"/>
                    </a:cubicBezTo>
                    <a:cubicBezTo>
                      <a:pt x="14097" y="0"/>
                      <a:pt x="18097" y="4000"/>
                      <a:pt x="18097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4" name="Google Shape;804;p1"/>
            <p:cNvSpPr/>
            <p:nvPr/>
          </p:nvSpPr>
          <p:spPr>
            <a:xfrm>
              <a:off x="6548699" y="3046960"/>
              <a:ext cx="1089050" cy="8572"/>
            </a:xfrm>
            <a:custGeom>
              <a:rect b="b" l="l" r="r" t="t"/>
              <a:pathLst>
                <a:path extrusionOk="0" h="9525" w="1210055">
                  <a:moveTo>
                    <a:pt x="0" y="0"/>
                  </a:moveTo>
                  <a:lnTo>
                    <a:pt x="1210056" y="0"/>
                  </a:lnTo>
                </a:path>
              </a:pathLst>
            </a:custGeom>
            <a:noFill/>
            <a:ln cap="flat" cmpd="sng" w="17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5" name="Google Shape;805;p1"/>
            <p:cNvGrpSpPr/>
            <p:nvPr/>
          </p:nvGrpSpPr>
          <p:grpSpPr>
            <a:xfrm>
              <a:off x="6505708" y="2659414"/>
              <a:ext cx="413779" cy="413778"/>
              <a:chOff x="5989605" y="4706493"/>
              <a:chExt cx="459295" cy="459294"/>
            </a:xfrm>
          </p:grpSpPr>
          <p:grpSp>
            <p:nvGrpSpPr>
              <p:cNvPr id="806" name="Google Shape;806;p1"/>
              <p:cNvGrpSpPr/>
              <p:nvPr/>
            </p:nvGrpSpPr>
            <p:grpSpPr>
              <a:xfrm>
                <a:off x="6001893" y="4718780"/>
                <a:ext cx="444150" cy="444151"/>
                <a:chOff x="6001893" y="4718780"/>
                <a:chExt cx="444150" cy="444151"/>
              </a:xfrm>
            </p:grpSpPr>
            <p:sp>
              <p:nvSpPr>
                <p:cNvPr id="807" name="Google Shape;807;p1"/>
                <p:cNvSpPr/>
                <p:nvPr/>
              </p:nvSpPr>
              <p:spPr>
                <a:xfrm>
                  <a:off x="6017418" y="5153406"/>
                  <a:ext cx="388048" cy="9525"/>
                </a:xfrm>
                <a:custGeom>
                  <a:rect b="b" l="l" r="r" t="t"/>
                  <a:pathLst>
                    <a:path extrusionOk="0" h="9525" w="388048">
                      <a:moveTo>
                        <a:pt x="38804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580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1"/>
                <p:cNvSpPr/>
                <p:nvPr/>
              </p:nvSpPr>
              <p:spPr>
                <a:xfrm>
                  <a:off x="6001893" y="4734306"/>
                  <a:ext cx="9525" cy="388048"/>
                </a:xfrm>
                <a:custGeom>
                  <a:rect b="b" l="l" r="r" t="t"/>
                  <a:pathLst>
                    <a:path extrusionOk="0" h="388048" w="9525">
                      <a:moveTo>
                        <a:pt x="0" y="38804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580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1"/>
                <p:cNvSpPr/>
                <p:nvPr/>
              </p:nvSpPr>
              <p:spPr>
                <a:xfrm>
                  <a:off x="6032944" y="4718780"/>
                  <a:ext cx="388048" cy="9525"/>
                </a:xfrm>
                <a:custGeom>
                  <a:rect b="b" l="l" r="r" t="t"/>
                  <a:pathLst>
                    <a:path extrusionOk="0" h="9525" w="388048">
                      <a:moveTo>
                        <a:pt x="0" y="0"/>
                      </a:moveTo>
                      <a:lnTo>
                        <a:pt x="38804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580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1"/>
                <p:cNvSpPr/>
                <p:nvPr/>
              </p:nvSpPr>
              <p:spPr>
                <a:xfrm>
                  <a:off x="6436518" y="4749831"/>
                  <a:ext cx="9525" cy="388048"/>
                </a:xfrm>
                <a:custGeom>
                  <a:rect b="b" l="l" r="r" t="t"/>
                  <a:pathLst>
                    <a:path extrusionOk="0" h="388048" w="9525">
                      <a:moveTo>
                        <a:pt x="0" y="0"/>
                      </a:moveTo>
                      <a:lnTo>
                        <a:pt x="0" y="388049"/>
                      </a:lnTo>
                    </a:path>
                  </a:pathLst>
                </a:custGeom>
                <a:solidFill>
                  <a:schemeClr val="dk1"/>
                </a:solidFill>
                <a:ln cap="rnd" cmpd="sng" w="1580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1" name="Google Shape;811;p1"/>
              <p:cNvGrpSpPr/>
              <p:nvPr/>
            </p:nvGrpSpPr>
            <p:grpSpPr>
              <a:xfrm>
                <a:off x="5989605" y="4706493"/>
                <a:ext cx="459295" cy="459294"/>
                <a:chOff x="5989605" y="4706493"/>
                <a:chExt cx="459295" cy="459294"/>
              </a:xfrm>
            </p:grpSpPr>
            <p:grpSp>
              <p:nvGrpSpPr>
                <p:cNvPr id="812" name="Google Shape;812;p1"/>
                <p:cNvGrpSpPr/>
                <p:nvPr/>
              </p:nvGrpSpPr>
              <p:grpSpPr>
                <a:xfrm>
                  <a:off x="5989605" y="4706493"/>
                  <a:ext cx="459295" cy="24669"/>
                  <a:chOff x="5989605" y="4706493"/>
                  <a:chExt cx="459295" cy="24669"/>
                </a:xfrm>
              </p:grpSpPr>
              <p:sp>
                <p:nvSpPr>
                  <p:cNvPr id="813" name="Google Shape;813;p1"/>
                  <p:cNvSpPr/>
                  <p:nvPr/>
                </p:nvSpPr>
                <p:spPr>
                  <a:xfrm>
                    <a:off x="5989605" y="4706493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814;p1"/>
                  <p:cNvSpPr/>
                  <p:nvPr/>
                </p:nvSpPr>
                <p:spPr>
                  <a:xfrm>
                    <a:off x="6206871" y="4706493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" name="Google Shape;815;p1"/>
                  <p:cNvSpPr/>
                  <p:nvPr/>
                </p:nvSpPr>
                <p:spPr>
                  <a:xfrm>
                    <a:off x="6424231" y="4706493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6" name="Google Shape;816;p1"/>
                <p:cNvGrpSpPr/>
                <p:nvPr/>
              </p:nvGrpSpPr>
              <p:grpSpPr>
                <a:xfrm>
                  <a:off x="5989605" y="4923758"/>
                  <a:ext cx="459295" cy="24669"/>
                  <a:chOff x="5989605" y="4923758"/>
                  <a:chExt cx="459295" cy="24669"/>
                </a:xfrm>
              </p:grpSpPr>
              <p:sp>
                <p:nvSpPr>
                  <p:cNvPr id="817" name="Google Shape;817;p1"/>
                  <p:cNvSpPr/>
                  <p:nvPr/>
                </p:nvSpPr>
                <p:spPr>
                  <a:xfrm>
                    <a:off x="5989605" y="4923758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1"/>
                  <p:cNvSpPr/>
                  <p:nvPr/>
                </p:nvSpPr>
                <p:spPr>
                  <a:xfrm>
                    <a:off x="6424231" y="4923758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9" name="Google Shape;819;p1"/>
                <p:cNvGrpSpPr/>
                <p:nvPr/>
              </p:nvGrpSpPr>
              <p:grpSpPr>
                <a:xfrm>
                  <a:off x="5989605" y="5141118"/>
                  <a:ext cx="459295" cy="24669"/>
                  <a:chOff x="5989605" y="5141118"/>
                  <a:chExt cx="459295" cy="24669"/>
                </a:xfrm>
              </p:grpSpPr>
              <p:sp>
                <p:nvSpPr>
                  <p:cNvPr id="820" name="Google Shape;820;p1"/>
                  <p:cNvSpPr/>
                  <p:nvPr/>
                </p:nvSpPr>
                <p:spPr>
                  <a:xfrm>
                    <a:off x="5989605" y="5141118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" name="Google Shape;821;p1"/>
                  <p:cNvSpPr/>
                  <p:nvPr/>
                </p:nvSpPr>
                <p:spPr>
                  <a:xfrm>
                    <a:off x="6206871" y="5141118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" name="Google Shape;822;p1"/>
                  <p:cNvSpPr/>
                  <p:nvPr/>
                </p:nvSpPr>
                <p:spPr>
                  <a:xfrm>
                    <a:off x="6424231" y="5141118"/>
                    <a:ext cx="24669" cy="24669"/>
                  </a:xfrm>
                  <a:custGeom>
                    <a:rect b="b" l="l" r="r" t="t"/>
                    <a:pathLst>
                      <a:path extrusionOk="0" h="24669" w="24669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823" name="Google Shape;823;p1"/>
          <p:cNvGrpSpPr/>
          <p:nvPr/>
        </p:nvGrpSpPr>
        <p:grpSpPr>
          <a:xfrm>
            <a:off x="5248799" y="1817418"/>
            <a:ext cx="479083" cy="595031"/>
            <a:chOff x="5580610" y="1953710"/>
            <a:chExt cx="392498" cy="487491"/>
          </a:xfrm>
        </p:grpSpPr>
        <p:grpSp>
          <p:nvGrpSpPr>
            <p:cNvPr id="824" name="Google Shape;824;p1"/>
            <p:cNvGrpSpPr/>
            <p:nvPr/>
          </p:nvGrpSpPr>
          <p:grpSpPr>
            <a:xfrm>
              <a:off x="5580610" y="1953710"/>
              <a:ext cx="392498" cy="487491"/>
              <a:chOff x="7385113" y="1535430"/>
              <a:chExt cx="435673" cy="541115"/>
            </a:xfrm>
          </p:grpSpPr>
          <p:sp>
            <p:nvSpPr>
              <p:cNvPr id="825" name="Google Shape;825;p1"/>
              <p:cNvSpPr/>
              <p:nvPr/>
            </p:nvSpPr>
            <p:spPr>
              <a:xfrm>
                <a:off x="7385113" y="1535430"/>
                <a:ext cx="435673" cy="541115"/>
              </a:xfrm>
              <a:custGeom>
                <a:rect b="b" l="l" r="r" t="t"/>
                <a:pathLst>
                  <a:path extrusionOk="0" h="541115" w="435673">
                    <a:moveTo>
                      <a:pt x="394621" y="0"/>
                    </a:moveTo>
                    <a:cubicBezTo>
                      <a:pt x="417294" y="0"/>
                      <a:pt x="435674" y="18380"/>
                      <a:pt x="435674" y="41053"/>
                    </a:cubicBezTo>
                    <a:lnTo>
                      <a:pt x="435674" y="500062"/>
                    </a:lnTo>
                    <a:cubicBezTo>
                      <a:pt x="435674" y="522735"/>
                      <a:pt x="417294" y="541115"/>
                      <a:pt x="394621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6" name="Google Shape;826;p1"/>
              <p:cNvGrpSpPr/>
              <p:nvPr/>
            </p:nvGrpSpPr>
            <p:grpSpPr>
              <a:xfrm>
                <a:off x="7612094" y="1566576"/>
                <a:ext cx="164781" cy="41529"/>
                <a:chOff x="7612094" y="1566576"/>
                <a:chExt cx="164781" cy="41529"/>
              </a:xfrm>
            </p:grpSpPr>
            <p:sp>
              <p:nvSpPr>
                <p:cNvPr id="827" name="Google Shape;827;p1"/>
                <p:cNvSpPr/>
                <p:nvPr/>
              </p:nvSpPr>
              <p:spPr>
                <a:xfrm>
                  <a:off x="7735347" y="1566576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1"/>
                <p:cNvSpPr/>
                <p:nvPr/>
              </p:nvSpPr>
              <p:spPr>
                <a:xfrm>
                  <a:off x="7673721" y="1566576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4"/>
                        <a:pt x="0" y="20765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1"/>
                <p:cNvSpPr/>
                <p:nvPr/>
              </p:nvSpPr>
              <p:spPr>
                <a:xfrm>
                  <a:off x="7612094" y="1566576"/>
                  <a:ext cx="41529" cy="41529"/>
                </a:xfrm>
                <a:custGeom>
                  <a:rect b="b" l="l" r="r" t="t"/>
                  <a:pathLst>
                    <a:path extrusionOk="0" h="41529" w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30" name="Google Shape;830;p1"/>
            <p:cNvGrpSpPr/>
            <p:nvPr/>
          </p:nvGrpSpPr>
          <p:grpSpPr>
            <a:xfrm>
              <a:off x="5612446" y="2047672"/>
              <a:ext cx="323505" cy="338352"/>
              <a:chOff x="7420451" y="1639728"/>
              <a:chExt cx="359091" cy="375571"/>
            </a:xfrm>
          </p:grpSpPr>
          <p:sp>
            <p:nvSpPr>
              <p:cNvPr id="831" name="Google Shape;831;p1"/>
              <p:cNvSpPr/>
              <p:nvPr/>
            </p:nvSpPr>
            <p:spPr>
              <a:xfrm>
                <a:off x="7420451" y="1852041"/>
                <a:ext cx="357473" cy="163258"/>
              </a:xfrm>
              <a:custGeom>
                <a:rect b="b" l="l" r="r" t="t"/>
                <a:pathLst>
                  <a:path extrusionOk="0" h="163258" w="357473">
                    <a:moveTo>
                      <a:pt x="40196" y="72962"/>
                    </a:moveTo>
                    <a:lnTo>
                      <a:pt x="0" y="72962"/>
                    </a:lnTo>
                    <a:lnTo>
                      <a:pt x="0" y="90297"/>
                    </a:lnTo>
                    <a:lnTo>
                      <a:pt x="40196" y="90297"/>
                    </a:lnTo>
                    <a:lnTo>
                      <a:pt x="40196" y="72962"/>
                    </a:lnTo>
                    <a:close/>
                    <a:moveTo>
                      <a:pt x="185166" y="126778"/>
                    </a:moveTo>
                    <a:lnTo>
                      <a:pt x="294894" y="126778"/>
                    </a:lnTo>
                    <a:lnTo>
                      <a:pt x="294894" y="109347"/>
                    </a:lnTo>
                    <a:lnTo>
                      <a:pt x="185166" y="109347"/>
                    </a:lnTo>
                    <a:lnTo>
                      <a:pt x="185166" y="126778"/>
                    </a:lnTo>
                    <a:close/>
                    <a:moveTo>
                      <a:pt x="294894" y="0"/>
                    </a:moveTo>
                    <a:lnTo>
                      <a:pt x="38291" y="0"/>
                    </a:lnTo>
                    <a:lnTo>
                      <a:pt x="38291" y="17335"/>
                    </a:lnTo>
                    <a:lnTo>
                      <a:pt x="294894" y="17335"/>
                    </a:lnTo>
                    <a:lnTo>
                      <a:pt x="294894" y="0"/>
                    </a:lnTo>
                    <a:close/>
                    <a:moveTo>
                      <a:pt x="0" y="163259"/>
                    </a:moveTo>
                    <a:lnTo>
                      <a:pt x="99632" y="163259"/>
                    </a:lnTo>
                    <a:lnTo>
                      <a:pt x="99632" y="145828"/>
                    </a:lnTo>
                    <a:lnTo>
                      <a:pt x="0" y="145828"/>
                    </a:lnTo>
                    <a:lnTo>
                      <a:pt x="0" y="163259"/>
                    </a:lnTo>
                    <a:close/>
                    <a:moveTo>
                      <a:pt x="76581" y="36481"/>
                    </a:moveTo>
                    <a:lnTo>
                      <a:pt x="0" y="36481"/>
                    </a:lnTo>
                    <a:lnTo>
                      <a:pt x="0" y="53816"/>
                    </a:lnTo>
                    <a:lnTo>
                      <a:pt x="76581" y="53816"/>
                    </a:lnTo>
                    <a:lnTo>
                      <a:pt x="76581" y="36481"/>
                    </a:lnTo>
                    <a:close/>
                    <a:moveTo>
                      <a:pt x="52483" y="90297"/>
                    </a:moveTo>
                    <a:lnTo>
                      <a:pt x="207836" y="90297"/>
                    </a:lnTo>
                    <a:lnTo>
                      <a:pt x="207836" y="72962"/>
                    </a:lnTo>
                    <a:lnTo>
                      <a:pt x="52483" y="72962"/>
                    </a:lnTo>
                    <a:lnTo>
                      <a:pt x="52483" y="90297"/>
                    </a:lnTo>
                    <a:close/>
                    <a:moveTo>
                      <a:pt x="164402" y="109347"/>
                    </a:moveTo>
                    <a:lnTo>
                      <a:pt x="0" y="109347"/>
                    </a:lnTo>
                    <a:lnTo>
                      <a:pt x="0" y="126778"/>
                    </a:lnTo>
                    <a:lnTo>
                      <a:pt x="164402" y="126778"/>
                    </a:lnTo>
                    <a:lnTo>
                      <a:pt x="164402" y="109347"/>
                    </a:lnTo>
                    <a:close/>
                    <a:moveTo>
                      <a:pt x="220218" y="90297"/>
                    </a:moveTo>
                    <a:lnTo>
                      <a:pt x="357378" y="90297"/>
                    </a:lnTo>
                    <a:lnTo>
                      <a:pt x="357378" y="72962"/>
                    </a:lnTo>
                    <a:lnTo>
                      <a:pt x="220218" y="72962"/>
                    </a:lnTo>
                    <a:lnTo>
                      <a:pt x="220218" y="90297"/>
                    </a:lnTo>
                    <a:close/>
                    <a:moveTo>
                      <a:pt x="97441" y="53816"/>
                    </a:moveTo>
                    <a:lnTo>
                      <a:pt x="357474" y="53816"/>
                    </a:lnTo>
                    <a:lnTo>
                      <a:pt x="357474" y="36481"/>
                    </a:lnTo>
                    <a:lnTo>
                      <a:pt x="97441" y="36481"/>
                    </a:lnTo>
                    <a:lnTo>
                      <a:pt x="97441" y="53816"/>
                    </a:lnTo>
                    <a:close/>
                    <a:moveTo>
                      <a:pt x="305371" y="0"/>
                    </a:moveTo>
                    <a:lnTo>
                      <a:pt x="305371" y="17335"/>
                    </a:lnTo>
                    <a:lnTo>
                      <a:pt x="357378" y="17335"/>
                    </a:lnTo>
                    <a:lnTo>
                      <a:pt x="357378" y="0"/>
                    </a:lnTo>
                    <a:lnTo>
                      <a:pt x="305371" y="0"/>
                    </a:lnTo>
                    <a:close/>
                    <a:moveTo>
                      <a:pt x="315659" y="126778"/>
                    </a:moveTo>
                    <a:lnTo>
                      <a:pt x="357378" y="126778"/>
                    </a:lnTo>
                    <a:lnTo>
                      <a:pt x="357378" y="109347"/>
                    </a:lnTo>
                    <a:lnTo>
                      <a:pt x="315659" y="109347"/>
                    </a:lnTo>
                    <a:lnTo>
                      <a:pt x="315659" y="126778"/>
                    </a:lnTo>
                    <a:close/>
                    <a:moveTo>
                      <a:pt x="120396" y="163259"/>
                    </a:moveTo>
                    <a:lnTo>
                      <a:pt x="222981" y="163259"/>
                    </a:lnTo>
                    <a:lnTo>
                      <a:pt x="222981" y="145828"/>
                    </a:lnTo>
                    <a:lnTo>
                      <a:pt x="120396" y="145828"/>
                    </a:lnTo>
                    <a:lnTo>
                      <a:pt x="120396" y="163259"/>
                    </a:lnTo>
                    <a:close/>
                    <a:moveTo>
                      <a:pt x="235363" y="163259"/>
                    </a:moveTo>
                    <a:lnTo>
                      <a:pt x="313563" y="163259"/>
                    </a:lnTo>
                    <a:lnTo>
                      <a:pt x="313563" y="145828"/>
                    </a:lnTo>
                    <a:lnTo>
                      <a:pt x="235363" y="145828"/>
                    </a:lnTo>
                    <a:lnTo>
                      <a:pt x="235363" y="16325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"/>
              <p:cNvSpPr/>
              <p:nvPr/>
            </p:nvSpPr>
            <p:spPr>
              <a:xfrm>
                <a:off x="7425594" y="1639728"/>
                <a:ext cx="353948" cy="180117"/>
              </a:xfrm>
              <a:custGeom>
                <a:rect b="b" l="l" r="r" t="t"/>
                <a:pathLst>
                  <a:path extrusionOk="0" h="180117" w="353948">
                    <a:moveTo>
                      <a:pt x="0" y="0"/>
                    </a:moveTo>
                    <a:lnTo>
                      <a:pt x="353949" y="0"/>
                    </a:lnTo>
                    <a:lnTo>
                      <a:pt x="353949" y="180118"/>
                    </a:lnTo>
                    <a:lnTo>
                      <a:pt x="0" y="1801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3" name="Google Shape;833;p1"/>
          <p:cNvGrpSpPr/>
          <p:nvPr/>
        </p:nvGrpSpPr>
        <p:grpSpPr>
          <a:xfrm>
            <a:off x="7810967" y="2543174"/>
            <a:ext cx="1047787" cy="27232"/>
            <a:chOff x="7384446" y="3573113"/>
            <a:chExt cx="952880" cy="24765"/>
          </a:xfrm>
        </p:grpSpPr>
        <p:sp>
          <p:nvSpPr>
            <p:cNvPr id="834" name="Google Shape;834;p1"/>
            <p:cNvSpPr/>
            <p:nvPr/>
          </p:nvSpPr>
          <p:spPr>
            <a:xfrm>
              <a:off x="7396162" y="3585495"/>
              <a:ext cx="929354" cy="9525"/>
            </a:xfrm>
            <a:custGeom>
              <a:rect b="b" l="l" r="r" t="t"/>
              <a:pathLst>
                <a:path extrusionOk="0" h="9525" w="929354">
                  <a:moveTo>
                    <a:pt x="929354" y="0"/>
                  </a:moveTo>
                  <a:lnTo>
                    <a:pt x="0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"/>
            <p:cNvSpPr/>
            <p:nvPr/>
          </p:nvSpPr>
          <p:spPr>
            <a:xfrm>
              <a:off x="8312562" y="357311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12382" y="0"/>
                  </a:moveTo>
                  <a:cubicBezTo>
                    <a:pt x="19240" y="0"/>
                    <a:pt x="24765" y="5524"/>
                    <a:pt x="24765" y="12382"/>
                  </a:cubicBezTo>
                  <a:cubicBezTo>
                    <a:pt x="24765" y="19240"/>
                    <a:pt x="19240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"/>
            <p:cNvSpPr/>
            <p:nvPr/>
          </p:nvSpPr>
          <p:spPr>
            <a:xfrm>
              <a:off x="7384446" y="357311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12382" y="0"/>
                  </a:move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0" y="24765"/>
                    <a:pt x="24765" y="19240"/>
                    <a:pt x="24765" y="12382"/>
                  </a:cubicBezTo>
                  <a:cubicBezTo>
                    <a:pt x="24765" y="5524"/>
                    <a:pt x="19240" y="0"/>
                    <a:pt x="12382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7" name="Google Shape;837;p1"/>
          <p:cNvGrpSpPr/>
          <p:nvPr/>
        </p:nvGrpSpPr>
        <p:grpSpPr>
          <a:xfrm>
            <a:off x="8348540" y="2013384"/>
            <a:ext cx="657643" cy="856749"/>
            <a:chOff x="-2" y="3134666"/>
            <a:chExt cx="498554" cy="649495"/>
          </a:xfrm>
        </p:grpSpPr>
        <p:grpSp>
          <p:nvGrpSpPr>
            <p:cNvPr id="838" name="Google Shape;838;p1"/>
            <p:cNvGrpSpPr/>
            <p:nvPr/>
          </p:nvGrpSpPr>
          <p:grpSpPr>
            <a:xfrm>
              <a:off x="-2" y="3134666"/>
              <a:ext cx="498554" cy="649495"/>
              <a:chOff x="895350" y="4265199"/>
              <a:chExt cx="598074" cy="779145"/>
            </a:xfrm>
          </p:grpSpPr>
          <p:sp>
            <p:nvSpPr>
              <p:cNvPr id="839" name="Google Shape;839;p1"/>
              <p:cNvSpPr/>
              <p:nvPr/>
            </p:nvSpPr>
            <p:spPr>
              <a:xfrm>
                <a:off x="895350" y="4265199"/>
                <a:ext cx="598074" cy="779145"/>
              </a:xfrm>
              <a:custGeom>
                <a:rect b="b" l="l" r="r" t="t"/>
                <a:pathLst>
                  <a:path extrusionOk="0" h="77914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738092"/>
                    </a:lnTo>
                    <a:cubicBezTo>
                      <a:pt x="598075" y="760765"/>
                      <a:pt x="579695" y="779145"/>
                      <a:pt x="557022" y="779145"/>
                    </a:cubicBezTo>
                    <a:lnTo>
                      <a:pt x="41053" y="779145"/>
                    </a:lnTo>
                    <a:cubicBezTo>
                      <a:pt x="18380" y="779145"/>
                      <a:pt x="0" y="760765"/>
                      <a:pt x="0" y="73809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0" name="Google Shape;840;p1"/>
              <p:cNvGrpSpPr/>
              <p:nvPr/>
            </p:nvGrpSpPr>
            <p:grpSpPr>
              <a:xfrm>
                <a:off x="1284732" y="4296441"/>
                <a:ext cx="164876" cy="41528"/>
                <a:chOff x="1284732" y="4296441"/>
                <a:chExt cx="164876" cy="41528"/>
              </a:xfrm>
            </p:grpSpPr>
            <p:sp>
              <p:nvSpPr>
                <p:cNvPr id="841" name="Google Shape;841;p1"/>
                <p:cNvSpPr/>
                <p:nvPr/>
              </p:nvSpPr>
              <p:spPr>
                <a:xfrm>
                  <a:off x="1408080" y="4296441"/>
                  <a:ext cx="41528" cy="41528"/>
                </a:xfrm>
                <a:custGeom>
                  <a:rect b="b" l="l" r="r" t="t"/>
                  <a:pathLst>
                    <a:path extrusionOk="0" h="41528" w="41528">
                      <a:moveTo>
                        <a:pt x="41529" y="20764"/>
                      </a:moveTo>
                      <a:cubicBezTo>
                        <a:pt x="41529" y="32290"/>
                        <a:pt x="32194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4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4" y="0"/>
                        <a:pt x="41529" y="9334"/>
                        <a:pt x="41529" y="2076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1"/>
                <p:cNvSpPr/>
                <p:nvPr/>
              </p:nvSpPr>
              <p:spPr>
                <a:xfrm>
                  <a:off x="1346358" y="4296441"/>
                  <a:ext cx="41529" cy="41528"/>
                </a:xfrm>
                <a:custGeom>
                  <a:rect b="b" l="l" r="r" t="t"/>
                  <a:pathLst>
                    <a:path extrusionOk="0" h="41528" w="41529">
                      <a:moveTo>
                        <a:pt x="41529" y="20764"/>
                      </a:moveTo>
                      <a:cubicBezTo>
                        <a:pt x="41529" y="32290"/>
                        <a:pt x="32195" y="41529"/>
                        <a:pt x="20765" y="41529"/>
                      </a:cubicBezTo>
                      <a:cubicBezTo>
                        <a:pt x="9335" y="41529"/>
                        <a:pt x="0" y="32195"/>
                        <a:pt x="0" y="20764"/>
                      </a:cubicBezTo>
                      <a:cubicBezTo>
                        <a:pt x="0" y="9334"/>
                        <a:pt x="9335" y="0"/>
                        <a:pt x="20765" y="0"/>
                      </a:cubicBezTo>
                      <a:cubicBezTo>
                        <a:pt x="32195" y="0"/>
                        <a:pt x="41529" y="9334"/>
                        <a:pt x="41529" y="207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1"/>
                <p:cNvSpPr/>
                <p:nvPr/>
              </p:nvSpPr>
              <p:spPr>
                <a:xfrm>
                  <a:off x="1284732" y="4296441"/>
                  <a:ext cx="41529" cy="41528"/>
                </a:xfrm>
                <a:custGeom>
                  <a:rect b="b" l="l" r="r" t="t"/>
                  <a:pathLst>
                    <a:path extrusionOk="0" h="41528" w="41529">
                      <a:moveTo>
                        <a:pt x="41529" y="20764"/>
                      </a:moveTo>
                      <a:cubicBezTo>
                        <a:pt x="41529" y="32290"/>
                        <a:pt x="32194" y="41529"/>
                        <a:pt x="20765" y="41529"/>
                      </a:cubicBezTo>
                      <a:cubicBezTo>
                        <a:pt x="9334" y="41529"/>
                        <a:pt x="0" y="32195"/>
                        <a:pt x="0" y="20764"/>
                      </a:cubicBezTo>
                      <a:cubicBezTo>
                        <a:pt x="0" y="9334"/>
                        <a:pt x="9334" y="0"/>
                        <a:pt x="20765" y="0"/>
                      </a:cubicBezTo>
                      <a:cubicBezTo>
                        <a:pt x="32194" y="0"/>
                        <a:pt x="41529" y="9334"/>
                        <a:pt x="41529" y="2076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44" name="Google Shape;844;p1"/>
            <p:cNvGrpSpPr/>
            <p:nvPr/>
          </p:nvGrpSpPr>
          <p:grpSpPr>
            <a:xfrm>
              <a:off x="59230" y="3269171"/>
              <a:ext cx="382391" cy="400019"/>
              <a:chOff x="966406" y="4426553"/>
              <a:chExt cx="458723" cy="479869"/>
            </a:xfrm>
          </p:grpSpPr>
          <p:sp>
            <p:nvSpPr>
              <p:cNvPr id="845" name="Google Shape;845;p1"/>
              <p:cNvSpPr/>
              <p:nvPr/>
            </p:nvSpPr>
            <p:spPr>
              <a:xfrm>
                <a:off x="966406" y="4697825"/>
                <a:ext cx="456723" cy="208597"/>
              </a:xfrm>
              <a:custGeom>
                <a:rect b="b" l="l" r="r" t="t"/>
                <a:pathLst>
                  <a:path extrusionOk="0" h="208597" w="456723">
                    <a:moveTo>
                      <a:pt x="51340" y="93250"/>
                    </a:moveTo>
                    <a:lnTo>
                      <a:pt x="0" y="93250"/>
                    </a:lnTo>
                    <a:lnTo>
                      <a:pt x="0" y="115443"/>
                    </a:lnTo>
                    <a:lnTo>
                      <a:pt x="51340" y="115443"/>
                    </a:lnTo>
                    <a:lnTo>
                      <a:pt x="51340" y="93250"/>
                    </a:lnTo>
                    <a:close/>
                    <a:moveTo>
                      <a:pt x="236601" y="162020"/>
                    </a:moveTo>
                    <a:lnTo>
                      <a:pt x="376904" y="162020"/>
                    </a:lnTo>
                    <a:lnTo>
                      <a:pt x="376904" y="139827"/>
                    </a:lnTo>
                    <a:lnTo>
                      <a:pt x="236601" y="139827"/>
                    </a:lnTo>
                    <a:lnTo>
                      <a:pt x="236601" y="162020"/>
                    </a:lnTo>
                    <a:close/>
                    <a:moveTo>
                      <a:pt x="376809" y="0"/>
                    </a:moveTo>
                    <a:lnTo>
                      <a:pt x="48863" y="0"/>
                    </a:lnTo>
                    <a:lnTo>
                      <a:pt x="48863" y="22193"/>
                    </a:lnTo>
                    <a:lnTo>
                      <a:pt x="376809" y="22193"/>
                    </a:lnTo>
                    <a:lnTo>
                      <a:pt x="376809" y="0"/>
                    </a:lnTo>
                    <a:close/>
                    <a:moveTo>
                      <a:pt x="0" y="208597"/>
                    </a:moveTo>
                    <a:lnTo>
                      <a:pt x="127349" y="208597"/>
                    </a:lnTo>
                    <a:lnTo>
                      <a:pt x="127349" y="186404"/>
                    </a:lnTo>
                    <a:lnTo>
                      <a:pt x="0" y="186404"/>
                    </a:lnTo>
                    <a:lnTo>
                      <a:pt x="0" y="208597"/>
                    </a:lnTo>
                    <a:close/>
                    <a:moveTo>
                      <a:pt x="97917" y="46577"/>
                    </a:moveTo>
                    <a:lnTo>
                      <a:pt x="0" y="46577"/>
                    </a:lnTo>
                    <a:lnTo>
                      <a:pt x="0" y="68771"/>
                    </a:lnTo>
                    <a:lnTo>
                      <a:pt x="97917" y="68771"/>
                    </a:lnTo>
                    <a:lnTo>
                      <a:pt x="97917" y="46577"/>
                    </a:lnTo>
                    <a:close/>
                    <a:moveTo>
                      <a:pt x="67056" y="115348"/>
                    </a:moveTo>
                    <a:lnTo>
                      <a:pt x="265557" y="115348"/>
                    </a:lnTo>
                    <a:lnTo>
                      <a:pt x="265557" y="93154"/>
                    </a:lnTo>
                    <a:lnTo>
                      <a:pt x="67056" y="93154"/>
                    </a:lnTo>
                    <a:lnTo>
                      <a:pt x="67056" y="115348"/>
                    </a:lnTo>
                    <a:close/>
                    <a:moveTo>
                      <a:pt x="210026" y="139732"/>
                    </a:moveTo>
                    <a:lnTo>
                      <a:pt x="0" y="139732"/>
                    </a:lnTo>
                    <a:lnTo>
                      <a:pt x="0" y="161925"/>
                    </a:lnTo>
                    <a:lnTo>
                      <a:pt x="210122" y="161925"/>
                    </a:lnTo>
                    <a:lnTo>
                      <a:pt x="210122" y="139732"/>
                    </a:lnTo>
                    <a:close/>
                    <a:moveTo>
                      <a:pt x="281369" y="115348"/>
                    </a:moveTo>
                    <a:lnTo>
                      <a:pt x="456724" y="115348"/>
                    </a:lnTo>
                    <a:lnTo>
                      <a:pt x="456724" y="93154"/>
                    </a:lnTo>
                    <a:lnTo>
                      <a:pt x="281369" y="93154"/>
                    </a:lnTo>
                    <a:lnTo>
                      <a:pt x="281369" y="115348"/>
                    </a:lnTo>
                    <a:close/>
                    <a:moveTo>
                      <a:pt x="124397" y="68771"/>
                    </a:moveTo>
                    <a:lnTo>
                      <a:pt x="456629" y="68771"/>
                    </a:lnTo>
                    <a:lnTo>
                      <a:pt x="456629" y="46577"/>
                    </a:lnTo>
                    <a:lnTo>
                      <a:pt x="124397" y="46577"/>
                    </a:lnTo>
                    <a:lnTo>
                      <a:pt x="124397" y="68771"/>
                    </a:lnTo>
                    <a:close/>
                    <a:moveTo>
                      <a:pt x="390144" y="0"/>
                    </a:moveTo>
                    <a:lnTo>
                      <a:pt x="390144" y="22193"/>
                    </a:lnTo>
                    <a:lnTo>
                      <a:pt x="456629" y="22193"/>
                    </a:lnTo>
                    <a:lnTo>
                      <a:pt x="456629" y="0"/>
                    </a:lnTo>
                    <a:lnTo>
                      <a:pt x="390144" y="0"/>
                    </a:lnTo>
                    <a:close/>
                    <a:moveTo>
                      <a:pt x="403289" y="162020"/>
                    </a:moveTo>
                    <a:lnTo>
                      <a:pt x="456629" y="162020"/>
                    </a:lnTo>
                    <a:lnTo>
                      <a:pt x="456629" y="139827"/>
                    </a:lnTo>
                    <a:lnTo>
                      <a:pt x="403289" y="139827"/>
                    </a:lnTo>
                    <a:lnTo>
                      <a:pt x="403289" y="162020"/>
                    </a:lnTo>
                    <a:close/>
                    <a:moveTo>
                      <a:pt x="153734" y="208597"/>
                    </a:moveTo>
                    <a:lnTo>
                      <a:pt x="284893" y="208597"/>
                    </a:lnTo>
                    <a:lnTo>
                      <a:pt x="284893" y="186404"/>
                    </a:lnTo>
                    <a:lnTo>
                      <a:pt x="153734" y="186404"/>
                    </a:lnTo>
                    <a:lnTo>
                      <a:pt x="153734" y="208597"/>
                    </a:lnTo>
                    <a:close/>
                    <a:moveTo>
                      <a:pt x="300704" y="208597"/>
                    </a:moveTo>
                    <a:lnTo>
                      <a:pt x="400622" y="208597"/>
                    </a:lnTo>
                    <a:lnTo>
                      <a:pt x="400622" y="186404"/>
                    </a:lnTo>
                    <a:lnTo>
                      <a:pt x="300704" y="186404"/>
                    </a:lnTo>
                    <a:lnTo>
                      <a:pt x="300704" y="20859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"/>
              <p:cNvSpPr/>
              <p:nvPr/>
            </p:nvSpPr>
            <p:spPr>
              <a:xfrm>
                <a:off x="972883" y="4426553"/>
                <a:ext cx="452246" cy="230219"/>
              </a:xfrm>
              <a:custGeom>
                <a:rect b="b" l="l" r="r" t="t"/>
                <a:pathLst>
                  <a:path extrusionOk="0" h="230219" w="452246">
                    <a:moveTo>
                      <a:pt x="0" y="0"/>
                    </a:moveTo>
                    <a:lnTo>
                      <a:pt x="452247" y="0"/>
                    </a:lnTo>
                    <a:lnTo>
                      <a:pt x="452247" y="230219"/>
                    </a:lnTo>
                    <a:lnTo>
                      <a:pt x="0" y="2302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7" name="Google Shape;847;p1"/>
          <p:cNvGrpSpPr/>
          <p:nvPr/>
        </p:nvGrpSpPr>
        <p:grpSpPr>
          <a:xfrm>
            <a:off x="5165530" y="2947850"/>
            <a:ext cx="645598" cy="1166771"/>
            <a:chOff x="5165167" y="2950875"/>
            <a:chExt cx="645598" cy="1166771"/>
          </a:xfrm>
        </p:grpSpPr>
        <p:grpSp>
          <p:nvGrpSpPr>
            <p:cNvPr id="848" name="Google Shape;848;p1"/>
            <p:cNvGrpSpPr/>
            <p:nvPr/>
          </p:nvGrpSpPr>
          <p:grpSpPr>
            <a:xfrm>
              <a:off x="5165167" y="2950875"/>
              <a:ext cx="645598" cy="1166771"/>
              <a:chOff x="1024660" y="3708890"/>
              <a:chExt cx="489423" cy="884520"/>
            </a:xfrm>
          </p:grpSpPr>
          <p:grpSp>
            <p:nvGrpSpPr>
              <p:cNvPr id="849" name="Google Shape;849;p1"/>
              <p:cNvGrpSpPr/>
              <p:nvPr/>
            </p:nvGrpSpPr>
            <p:grpSpPr>
              <a:xfrm>
                <a:off x="1024660" y="3708890"/>
                <a:ext cx="489423" cy="884520"/>
                <a:chOff x="2124551" y="4954047"/>
                <a:chExt cx="587120" cy="1061085"/>
              </a:xfrm>
            </p:grpSpPr>
            <p:sp>
              <p:nvSpPr>
                <p:cNvPr id="850" name="Google Shape;850;p1"/>
                <p:cNvSpPr/>
                <p:nvPr/>
              </p:nvSpPr>
              <p:spPr>
                <a:xfrm>
                  <a:off x="2124551" y="4954047"/>
                  <a:ext cx="587120" cy="1061085"/>
                </a:xfrm>
                <a:custGeom>
                  <a:rect b="b" l="l" r="r" t="t"/>
                  <a:pathLst>
                    <a:path extrusionOk="0" h="1061085" w="587120">
                      <a:moveTo>
                        <a:pt x="91440" y="0"/>
                      </a:moveTo>
                      <a:lnTo>
                        <a:pt x="495681" y="0"/>
                      </a:lnTo>
                      <a:cubicBezTo>
                        <a:pt x="546163" y="0"/>
                        <a:pt x="587121" y="40958"/>
                        <a:pt x="587121" y="91440"/>
                      </a:cubicBezTo>
                      <a:lnTo>
                        <a:pt x="587121" y="969645"/>
                      </a:lnTo>
                      <a:cubicBezTo>
                        <a:pt x="587121" y="1020128"/>
                        <a:pt x="546163" y="1061085"/>
                        <a:pt x="495681" y="1061085"/>
                      </a:cubicBezTo>
                      <a:lnTo>
                        <a:pt x="91440" y="1061085"/>
                      </a:lnTo>
                      <a:cubicBezTo>
                        <a:pt x="40958" y="1061085"/>
                        <a:pt x="0" y="1020128"/>
                        <a:pt x="0" y="969645"/>
                      </a:cubicBezTo>
                      <a:lnTo>
                        <a:pt x="0" y="91440"/>
                      </a:lnTo>
                      <a:cubicBezTo>
                        <a:pt x="0" y="40958"/>
                        <a:pt x="40958" y="0"/>
                        <a:pt x="9144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1"/>
                <p:cNvSpPr/>
                <p:nvPr/>
              </p:nvSpPr>
              <p:spPr>
                <a:xfrm>
                  <a:off x="2339530" y="4987099"/>
                  <a:ext cx="157162" cy="25527"/>
                </a:xfrm>
                <a:custGeom>
                  <a:rect b="b" l="l" r="r" t="t"/>
                  <a:pathLst>
                    <a:path extrusionOk="0" h="25527" w="157162">
                      <a:moveTo>
                        <a:pt x="144399" y="25527"/>
                      </a:moveTo>
                      <a:lnTo>
                        <a:pt x="12764" y="25527"/>
                      </a:lnTo>
                      <a:cubicBezTo>
                        <a:pt x="5715" y="25527"/>
                        <a:pt x="0" y="19812"/>
                        <a:pt x="0" y="12764"/>
                      </a:cubicBezTo>
                      <a:lnTo>
                        <a:pt x="0" y="12764"/>
                      </a:lnTo>
                      <a:cubicBezTo>
                        <a:pt x="0" y="5715"/>
                        <a:pt x="5715" y="0"/>
                        <a:pt x="12764" y="0"/>
                      </a:cubicBezTo>
                      <a:lnTo>
                        <a:pt x="144399" y="0"/>
                      </a:lnTo>
                      <a:cubicBezTo>
                        <a:pt x="151448" y="0"/>
                        <a:pt x="157163" y="5715"/>
                        <a:pt x="157163" y="12764"/>
                      </a:cubicBezTo>
                      <a:lnTo>
                        <a:pt x="157163" y="12764"/>
                      </a:lnTo>
                      <a:cubicBezTo>
                        <a:pt x="157163" y="19812"/>
                        <a:pt x="151448" y="25527"/>
                        <a:pt x="144399" y="255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2" name="Google Shape;852;p1"/>
              <p:cNvSpPr/>
              <p:nvPr/>
            </p:nvSpPr>
            <p:spPr>
              <a:xfrm>
                <a:off x="1059199" y="3818860"/>
                <a:ext cx="419712" cy="647607"/>
              </a:xfrm>
              <a:custGeom>
                <a:rect b="b" l="l" r="r" t="t"/>
                <a:pathLst>
                  <a:path extrusionOk="0" h="777906" w="504158">
                    <a:moveTo>
                      <a:pt x="0" y="0"/>
                    </a:moveTo>
                    <a:lnTo>
                      <a:pt x="504158" y="0"/>
                    </a:lnTo>
                    <a:lnTo>
                      <a:pt x="504158" y="777907"/>
                    </a:lnTo>
                    <a:lnTo>
                      <a:pt x="0" y="7779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3" name="Google Shape;853;p1"/>
              <p:cNvGrpSpPr/>
              <p:nvPr/>
            </p:nvGrpSpPr>
            <p:grpSpPr>
              <a:xfrm>
                <a:off x="1108189" y="4182116"/>
                <a:ext cx="322524" cy="131011"/>
                <a:chOff x="2224754" y="5521737"/>
                <a:chExt cx="386905" cy="157163"/>
              </a:xfrm>
            </p:grpSpPr>
            <p:grpSp>
              <p:nvGrpSpPr>
                <p:cNvPr id="854" name="Google Shape;854;p1"/>
                <p:cNvGrpSpPr/>
                <p:nvPr/>
              </p:nvGrpSpPr>
              <p:grpSpPr>
                <a:xfrm>
                  <a:off x="2224754" y="5521737"/>
                  <a:ext cx="386905" cy="157163"/>
                  <a:chOff x="2224754" y="5521737"/>
                  <a:chExt cx="386905" cy="157163"/>
                </a:xfrm>
              </p:grpSpPr>
              <p:grpSp>
                <p:nvGrpSpPr>
                  <p:cNvPr id="855" name="Google Shape;855;p1"/>
                  <p:cNvGrpSpPr/>
                  <p:nvPr/>
                </p:nvGrpSpPr>
                <p:grpSpPr>
                  <a:xfrm>
                    <a:off x="2224754" y="5521737"/>
                    <a:ext cx="386905" cy="65532"/>
                    <a:chOff x="2224754" y="5521737"/>
                    <a:chExt cx="386905" cy="65532"/>
                  </a:xfrm>
                </p:grpSpPr>
                <p:sp>
                  <p:nvSpPr>
                    <p:cNvPr id="856" name="Google Shape;856;p1"/>
                    <p:cNvSpPr/>
                    <p:nvPr/>
                  </p:nvSpPr>
                  <p:spPr>
                    <a:xfrm>
                      <a:off x="2224754" y="5521737"/>
                      <a:ext cx="386905" cy="65532"/>
                    </a:xfrm>
                    <a:custGeom>
                      <a:rect b="b" l="l" r="r" t="t"/>
                      <a:pathLst>
                        <a:path extrusionOk="0" h="65532" w="386905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7" name="Google Shape;857;p1"/>
                    <p:cNvSpPr/>
                    <p:nvPr/>
                  </p:nvSpPr>
                  <p:spPr>
                    <a:xfrm>
                      <a:off x="2237422" y="5534405"/>
                      <a:ext cx="374141" cy="52864"/>
                    </a:xfrm>
                    <a:custGeom>
                      <a:rect b="b" l="l" r="r" t="t"/>
                      <a:pathLst>
                        <a:path extrusionOk="0" h="52864" w="374141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58" name="Google Shape;858;p1"/>
                  <p:cNvGrpSpPr/>
                  <p:nvPr/>
                </p:nvGrpSpPr>
                <p:grpSpPr>
                  <a:xfrm>
                    <a:off x="2224754" y="5613368"/>
                    <a:ext cx="386905" cy="65532"/>
                    <a:chOff x="2224754" y="5613368"/>
                    <a:chExt cx="386905" cy="65532"/>
                  </a:xfrm>
                </p:grpSpPr>
                <p:sp>
                  <p:nvSpPr>
                    <p:cNvPr id="859" name="Google Shape;859;p1"/>
                    <p:cNvSpPr/>
                    <p:nvPr/>
                  </p:nvSpPr>
                  <p:spPr>
                    <a:xfrm>
                      <a:off x="2224754" y="5613368"/>
                      <a:ext cx="386905" cy="65532"/>
                    </a:xfrm>
                    <a:custGeom>
                      <a:rect b="b" l="l" r="r" t="t"/>
                      <a:pathLst>
                        <a:path extrusionOk="0" h="65532" w="386905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0" name="Google Shape;860;p1"/>
                    <p:cNvSpPr/>
                    <p:nvPr/>
                  </p:nvSpPr>
                  <p:spPr>
                    <a:xfrm>
                      <a:off x="2237422" y="5626036"/>
                      <a:ext cx="374141" cy="52864"/>
                    </a:xfrm>
                    <a:custGeom>
                      <a:rect b="b" l="l" r="r" t="t"/>
                      <a:pathLst>
                        <a:path extrusionOk="0" h="52864" w="374141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61" name="Google Shape;861;p1"/>
                <p:cNvGrpSpPr/>
                <p:nvPr/>
              </p:nvGrpSpPr>
              <p:grpSpPr>
                <a:xfrm>
                  <a:off x="2336863" y="5554217"/>
                  <a:ext cx="177355" cy="15050"/>
                  <a:chOff x="2336863" y="5554217"/>
                  <a:chExt cx="177355" cy="15050"/>
                </a:xfrm>
              </p:grpSpPr>
              <p:sp>
                <p:nvSpPr>
                  <p:cNvPr id="862" name="Google Shape;862;p1"/>
                  <p:cNvSpPr/>
                  <p:nvPr/>
                </p:nvSpPr>
                <p:spPr>
                  <a:xfrm>
                    <a:off x="2336863" y="555421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49" y="7524"/>
                        </a:moveTo>
                        <a:cubicBezTo>
                          <a:pt x="15049" y="11680"/>
                          <a:pt x="11681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3" name="Google Shape;863;p1"/>
                  <p:cNvSpPr/>
                  <p:nvPr/>
                </p:nvSpPr>
                <p:spPr>
                  <a:xfrm>
                    <a:off x="2377440" y="5554217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" name="Google Shape;864;p1"/>
                  <p:cNvSpPr/>
                  <p:nvPr/>
                </p:nvSpPr>
                <p:spPr>
                  <a:xfrm>
                    <a:off x="2418016" y="5554217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" name="Google Shape;865;p1"/>
                  <p:cNvSpPr/>
                  <p:nvPr/>
                </p:nvSpPr>
                <p:spPr>
                  <a:xfrm>
                    <a:off x="2458593" y="555421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49" y="7524"/>
                        </a:moveTo>
                        <a:cubicBezTo>
                          <a:pt x="15049" y="11680"/>
                          <a:pt x="11680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6" name="Google Shape;866;p1"/>
                  <p:cNvSpPr/>
                  <p:nvPr/>
                </p:nvSpPr>
                <p:spPr>
                  <a:xfrm>
                    <a:off x="2499169" y="5554217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67" name="Google Shape;867;p1"/>
                <p:cNvGrpSpPr/>
                <p:nvPr/>
              </p:nvGrpSpPr>
              <p:grpSpPr>
                <a:xfrm>
                  <a:off x="2336863" y="5641848"/>
                  <a:ext cx="177355" cy="15049"/>
                  <a:chOff x="2336863" y="5641848"/>
                  <a:chExt cx="177355" cy="15049"/>
                </a:xfrm>
              </p:grpSpPr>
              <p:sp>
                <p:nvSpPr>
                  <p:cNvPr id="868" name="Google Shape;868;p1"/>
                  <p:cNvSpPr/>
                  <p:nvPr/>
                </p:nvSpPr>
                <p:spPr>
                  <a:xfrm>
                    <a:off x="2336863" y="564184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1"/>
                  <p:cNvSpPr/>
                  <p:nvPr/>
                </p:nvSpPr>
                <p:spPr>
                  <a:xfrm>
                    <a:off x="2377440" y="564184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" name="Google Shape;870;p1"/>
                  <p:cNvSpPr/>
                  <p:nvPr/>
                </p:nvSpPr>
                <p:spPr>
                  <a:xfrm>
                    <a:off x="2418016" y="564184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" name="Google Shape;871;p1"/>
                  <p:cNvSpPr/>
                  <p:nvPr/>
                </p:nvSpPr>
                <p:spPr>
                  <a:xfrm>
                    <a:off x="2458592" y="564184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" name="Google Shape;872;p1"/>
                  <p:cNvSpPr/>
                  <p:nvPr/>
                </p:nvSpPr>
                <p:spPr>
                  <a:xfrm>
                    <a:off x="2499169" y="5641848"/>
                    <a:ext cx="15049" cy="15049"/>
                  </a:xfrm>
                  <a:custGeom>
                    <a:rect b="b" l="l" r="r" t="t"/>
                    <a:pathLst>
                      <a:path extrusionOk="0" h="15049" w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73" name="Google Shape;873;p1"/>
              <p:cNvGrpSpPr/>
              <p:nvPr/>
            </p:nvGrpSpPr>
            <p:grpSpPr>
              <a:xfrm>
                <a:off x="1161625" y="3903897"/>
                <a:ext cx="215413" cy="215333"/>
                <a:chOff x="2288857" y="5187981"/>
                <a:chExt cx="258413" cy="258317"/>
              </a:xfrm>
            </p:grpSpPr>
            <p:sp>
              <p:nvSpPr>
                <p:cNvPr id="874" name="Google Shape;874;p1"/>
                <p:cNvSpPr/>
                <p:nvPr/>
              </p:nvSpPr>
              <p:spPr>
                <a:xfrm>
                  <a:off x="2288857" y="5187981"/>
                  <a:ext cx="258413" cy="258317"/>
                </a:xfrm>
                <a:custGeom>
                  <a:rect b="b" l="l" r="r" t="t"/>
                  <a:pathLst>
                    <a:path extrusionOk="0" h="258317" w="258413">
                      <a:moveTo>
                        <a:pt x="258413" y="129159"/>
                      </a:moveTo>
                      <a:cubicBezTo>
                        <a:pt x="258413" y="159544"/>
                        <a:pt x="247936" y="187452"/>
                        <a:pt x="230410" y="209454"/>
                      </a:cubicBezTo>
                      <a:cubicBezTo>
                        <a:pt x="206692" y="239268"/>
                        <a:pt x="170212" y="258318"/>
                        <a:pt x="129159" y="258318"/>
                      </a:cubicBezTo>
                      <a:cubicBezTo>
                        <a:pt x="88106" y="258318"/>
                        <a:pt x="51625" y="239268"/>
                        <a:pt x="28004" y="209454"/>
                      </a:cubicBezTo>
                      <a:cubicBezTo>
                        <a:pt x="27337" y="208597"/>
                        <a:pt x="26670" y="207740"/>
                        <a:pt x="26003" y="206788"/>
                      </a:cubicBezTo>
                      <a:cubicBezTo>
                        <a:pt x="9716" y="185166"/>
                        <a:pt x="0" y="158305"/>
                        <a:pt x="0" y="129159"/>
                      </a:cubicBezTo>
                      <a:cubicBezTo>
                        <a:pt x="0" y="57817"/>
                        <a:pt x="57817" y="0"/>
                        <a:pt x="129159" y="0"/>
                      </a:cubicBezTo>
                      <a:cubicBezTo>
                        <a:pt x="176784" y="0"/>
                        <a:pt x="218313" y="25717"/>
                        <a:pt x="240697" y="64008"/>
                      </a:cubicBezTo>
                      <a:cubicBezTo>
                        <a:pt x="251936" y="83153"/>
                        <a:pt x="258318" y="105442"/>
                        <a:pt x="258318" y="129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1"/>
                <p:cNvSpPr/>
                <p:nvPr/>
              </p:nvSpPr>
              <p:spPr>
                <a:xfrm>
                  <a:off x="2316956" y="5234082"/>
                  <a:ext cx="202501" cy="212216"/>
                </a:xfrm>
                <a:custGeom>
                  <a:rect b="b" l="l" r="r" t="t"/>
                  <a:pathLst>
                    <a:path extrusionOk="0" h="212216" w="202501">
                      <a:moveTo>
                        <a:pt x="202406" y="163353"/>
                      </a:moveTo>
                      <a:cubicBezTo>
                        <a:pt x="178689" y="193167"/>
                        <a:pt x="142208" y="212217"/>
                        <a:pt x="101155" y="212217"/>
                      </a:cubicBezTo>
                      <a:cubicBezTo>
                        <a:pt x="60103" y="212217"/>
                        <a:pt x="23622" y="193167"/>
                        <a:pt x="0" y="163353"/>
                      </a:cubicBezTo>
                      <a:cubicBezTo>
                        <a:pt x="9525" y="122682"/>
                        <a:pt x="42958" y="91249"/>
                        <a:pt x="84677" y="84582"/>
                      </a:cubicBezTo>
                      <a:cubicBezTo>
                        <a:pt x="68675" y="78010"/>
                        <a:pt x="57341" y="62293"/>
                        <a:pt x="57341" y="43910"/>
                      </a:cubicBezTo>
                      <a:cubicBezTo>
                        <a:pt x="57341" y="19717"/>
                        <a:pt x="76962" y="0"/>
                        <a:pt x="101251" y="0"/>
                      </a:cubicBezTo>
                      <a:cubicBezTo>
                        <a:pt x="125539" y="0"/>
                        <a:pt x="145161" y="19717"/>
                        <a:pt x="145161" y="43910"/>
                      </a:cubicBezTo>
                      <a:cubicBezTo>
                        <a:pt x="145161" y="62293"/>
                        <a:pt x="133826" y="78010"/>
                        <a:pt x="117824" y="84582"/>
                      </a:cubicBezTo>
                      <a:cubicBezTo>
                        <a:pt x="159544" y="91249"/>
                        <a:pt x="192976" y="122682"/>
                        <a:pt x="202501" y="1633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76" name="Google Shape;876;p1"/>
            <p:cNvSpPr/>
            <p:nvPr/>
          </p:nvSpPr>
          <p:spPr>
            <a:xfrm>
              <a:off x="5401558" y="4012919"/>
              <a:ext cx="172878" cy="28080"/>
            </a:xfrm>
            <a:custGeom>
              <a:rect b="b" l="l" r="r" t="t"/>
              <a:pathLst>
                <a:path extrusionOk="0" h="25527" w="157162">
                  <a:moveTo>
                    <a:pt x="144399" y="25527"/>
                  </a:moveTo>
                  <a:lnTo>
                    <a:pt x="12764" y="25527"/>
                  </a:lnTo>
                  <a:cubicBezTo>
                    <a:pt x="5715" y="25527"/>
                    <a:pt x="0" y="19812"/>
                    <a:pt x="0" y="12764"/>
                  </a:cubicBezTo>
                  <a:lnTo>
                    <a:pt x="0" y="12764"/>
                  </a:lnTo>
                  <a:cubicBezTo>
                    <a:pt x="0" y="5715"/>
                    <a:pt x="5715" y="0"/>
                    <a:pt x="12764" y="0"/>
                  </a:cubicBezTo>
                  <a:lnTo>
                    <a:pt x="144399" y="0"/>
                  </a:lnTo>
                  <a:cubicBezTo>
                    <a:pt x="151448" y="0"/>
                    <a:pt x="157163" y="5715"/>
                    <a:pt x="157163" y="12764"/>
                  </a:cubicBezTo>
                  <a:lnTo>
                    <a:pt x="157163" y="12764"/>
                  </a:lnTo>
                  <a:cubicBezTo>
                    <a:pt x="157163" y="19812"/>
                    <a:pt x="151448" y="25527"/>
                    <a:pt x="144399" y="255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"/>
          <p:cNvSpPr txBox="1"/>
          <p:nvPr>
            <p:ph type="title"/>
          </p:nvPr>
        </p:nvSpPr>
        <p:spPr>
          <a:xfrm>
            <a:off x="720000" y="337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Tabla de Contenidos</a:t>
            </a:r>
            <a:endParaRPr/>
          </a:p>
        </p:txBody>
      </p:sp>
      <p:sp>
        <p:nvSpPr>
          <p:cNvPr id="882" name="Google Shape;882;p3"/>
          <p:cNvSpPr txBox="1"/>
          <p:nvPr/>
        </p:nvSpPr>
        <p:spPr>
          <a:xfrm>
            <a:off x="1121100" y="1159825"/>
            <a:ext cx="69018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Integrantes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Descripción del proyecto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Objetivos del Proyecto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Alcances del proyecto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Metodología de trabajo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Cronograma del desarrollo del proyecto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Arquitectura del software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Modelo de Datos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Tecnología Utilizadas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Demostración del sistema</a:t>
            </a:r>
            <a:endParaRPr sz="1700">
              <a:solidFill>
                <a:srgbClr val="59595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Epilogue"/>
              <a:buChar char="●"/>
            </a:pPr>
            <a:r>
              <a:rPr lang="en" sz="1700">
                <a:solidFill>
                  <a:srgbClr val="595959"/>
                </a:solidFill>
                <a:latin typeface="Epilogue"/>
                <a:ea typeface="Epilogue"/>
                <a:cs typeface="Epilogue"/>
                <a:sym typeface="Epilogue"/>
              </a:rPr>
              <a:t>Resultados</a:t>
            </a:r>
            <a:endParaRPr sz="17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16c38a8e7f_0_0"/>
          <p:cNvSpPr/>
          <p:nvPr/>
        </p:nvSpPr>
        <p:spPr>
          <a:xfrm flipH="1" rot="-7219687">
            <a:off x="-1077696" y="466714"/>
            <a:ext cx="5219277" cy="470791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16c38a8e7f_0_0"/>
          <p:cNvSpPr txBox="1"/>
          <p:nvPr>
            <p:ph type="title"/>
          </p:nvPr>
        </p:nvSpPr>
        <p:spPr>
          <a:xfrm>
            <a:off x="2107446" y="315475"/>
            <a:ext cx="28044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Integrantes</a:t>
            </a:r>
            <a:endParaRPr sz="3000"/>
          </a:p>
        </p:txBody>
      </p:sp>
      <p:grpSp>
        <p:nvGrpSpPr>
          <p:cNvPr id="889" name="Google Shape;889;g316c38a8e7f_0_0"/>
          <p:cNvGrpSpPr/>
          <p:nvPr/>
        </p:nvGrpSpPr>
        <p:grpSpPr>
          <a:xfrm>
            <a:off x="7441500" y="289852"/>
            <a:ext cx="1366913" cy="1382099"/>
            <a:chOff x="6568491" y="8"/>
            <a:chExt cx="1820609" cy="1840590"/>
          </a:xfrm>
        </p:grpSpPr>
        <p:sp>
          <p:nvSpPr>
            <p:cNvPr id="890" name="Google Shape;890;g316c38a8e7f_0_0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g316c38a8e7f_0_0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2" name="Google Shape;892;g316c38a8e7f_0_0"/>
            <p:cNvGrpSpPr/>
            <p:nvPr/>
          </p:nvGrpSpPr>
          <p:grpSpPr>
            <a:xfrm>
              <a:off x="6568491" y="84720"/>
              <a:ext cx="1649109" cy="1669065"/>
              <a:chOff x="8921020" y="472154"/>
              <a:chExt cx="1959958" cy="1983676"/>
            </a:xfrm>
          </p:grpSpPr>
          <p:sp>
            <p:nvSpPr>
              <p:cNvPr id="893" name="Google Shape;893;g316c38a8e7f_0_0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g316c38a8e7f_0_0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5" name="Google Shape;895;g316c38a8e7f_0_0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896" name="Google Shape;896;g316c38a8e7f_0_0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g316c38a8e7f_0_0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g316c38a8e7f_0_0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9" name="Google Shape;899;g316c38a8e7f_0_0"/>
            <p:cNvGrpSpPr/>
            <p:nvPr/>
          </p:nvGrpSpPr>
          <p:grpSpPr>
            <a:xfrm>
              <a:off x="6795938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900" name="Google Shape;900;g316c38a8e7f_0_0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901" name="Google Shape;901;g316c38a8e7f_0_0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g316c38a8e7f_0_0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g316c38a8e7f_0_0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g316c38a8e7f_0_0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g316c38a8e7f_0_0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g316c38a8e7f_0_0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g316c38a8e7f_0_0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g316c38a8e7f_0_0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g316c38a8e7f_0_0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g316c38a8e7f_0_0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11" name="Google Shape;911;g316c38a8e7f_0_0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912" name="Google Shape;912;g316c38a8e7f_0_0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g316c38a8e7f_0_0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914;g316c38a8e7f_0_0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g316c38a8e7f_0_0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g316c38a8e7f_0_0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g316c38a8e7f_0_0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g316c38a8e7f_0_0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g316c38a8e7f_0_0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g316c38a8e7f_0_0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g316c38a8e7f_0_0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2" name="Google Shape;922;g316c38a8e7f_0_0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923" name="Google Shape;923;g316c38a8e7f_0_0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g316c38a8e7f_0_0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g316c38a8e7f_0_0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g316c38a8e7f_0_0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g316c38a8e7f_0_0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g316c38a8e7f_0_0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g316c38a8e7f_0_0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g316c38a8e7f_0_0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31" name="Google Shape;931;g316c38a8e7f_0_0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g316c38a8e7f_0_0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3" name="Google Shape;933;g316c38a8e7f_0_0"/>
            <p:cNvGrpSpPr/>
            <p:nvPr/>
          </p:nvGrpSpPr>
          <p:grpSpPr>
            <a:xfrm>
              <a:off x="6717325" y="354723"/>
              <a:ext cx="656533" cy="799751"/>
              <a:chOff x="9097899" y="793051"/>
              <a:chExt cx="780287" cy="950500"/>
            </a:xfrm>
          </p:grpSpPr>
          <p:grpSp>
            <p:nvGrpSpPr>
              <p:cNvPr id="934" name="Google Shape;934;g316c38a8e7f_0_0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935" name="Google Shape;935;g316c38a8e7f_0_0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g316c38a8e7f_0_0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g316c38a8e7f_0_0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g316c38a8e7f_0_0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9" name="Google Shape;939;g316c38a8e7f_0_0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940" name="Google Shape;940;g316c38a8e7f_0_0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941" name="Google Shape;941;g316c38a8e7f_0_0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2" name="Google Shape;942;g316c38a8e7f_0_0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3" name="Google Shape;943;g316c38a8e7f_0_0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4" name="Google Shape;944;g316c38a8e7f_0_0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945" name="Google Shape;945;g316c38a8e7f_0_0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6" name="Google Shape;946;g316c38a8e7f_0_0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7" name="Google Shape;947;g316c38a8e7f_0_0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948" name="Google Shape;948;g316c38a8e7f_0_0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g316c38a8e7f_0_0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g316c38a8e7f_0_0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51" name="Google Shape;951;g316c38a8e7f_0_0"/>
            <p:cNvGrpSpPr/>
            <p:nvPr/>
          </p:nvGrpSpPr>
          <p:grpSpPr>
            <a:xfrm>
              <a:off x="7074111" y="956515"/>
              <a:ext cx="215826" cy="125825"/>
              <a:chOff x="9521952" y="1508283"/>
              <a:chExt cx="256508" cy="149542"/>
            </a:xfrm>
          </p:grpSpPr>
          <p:sp>
            <p:nvSpPr>
              <p:cNvPr id="952" name="Google Shape;952;g316c38a8e7f_0_0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3" name="Google Shape;953;g316c38a8e7f_0_0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954" name="Google Shape;954;g316c38a8e7f_0_0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955" name="Google Shape;955;g316c38a8e7f_0_0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6" name="Google Shape;956;g316c38a8e7f_0_0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57" name="Google Shape;957;g316c38a8e7f_0_0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958" name="Google Shape;958;g316c38a8e7f_0_0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9" name="Google Shape;959;g316c38a8e7f_0_0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960" name="Google Shape;960;g316c38a8e7f_0_0"/>
          <p:cNvGrpSpPr/>
          <p:nvPr/>
        </p:nvGrpSpPr>
        <p:grpSpPr>
          <a:xfrm>
            <a:off x="469861" y="3632524"/>
            <a:ext cx="917374" cy="683570"/>
            <a:chOff x="1914620" y="1930431"/>
            <a:chExt cx="572929" cy="426911"/>
          </a:xfrm>
        </p:grpSpPr>
        <p:grpSp>
          <p:nvGrpSpPr>
            <p:cNvPr id="961" name="Google Shape;961;g316c38a8e7f_0_0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962" name="Google Shape;962;g316c38a8e7f_0_0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g316c38a8e7f_0_0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g316c38a8e7f_0_0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5" name="Google Shape;965;g316c38a8e7f_0_0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6" name="Google Shape;966;g316c38a8e7f_0_0"/>
          <p:cNvSpPr/>
          <p:nvPr/>
        </p:nvSpPr>
        <p:spPr>
          <a:xfrm>
            <a:off x="2107450" y="1446825"/>
            <a:ext cx="4757400" cy="935700"/>
          </a:xfrm>
          <a:prstGeom prst="flowChartAlternateProcess">
            <a:avLst/>
          </a:prstGeom>
          <a:solidFill>
            <a:srgbClr val="869F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7" name="Google Shape;967;g316c38a8e7f_0_0"/>
          <p:cNvSpPr txBox="1"/>
          <p:nvPr/>
        </p:nvSpPr>
        <p:spPr>
          <a:xfrm>
            <a:off x="2179250" y="1703775"/>
            <a:ext cx="1633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Nicolás Sotelo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8" name="Google Shape;968;g316c38a8e7f_0_0"/>
          <p:cNvSpPr txBox="1"/>
          <p:nvPr/>
        </p:nvSpPr>
        <p:spPr>
          <a:xfrm>
            <a:off x="3552550" y="1618575"/>
            <a:ext cx="3312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Jefe de Proyecto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Desarrollo - Revisión - Documentación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9" name="Google Shape;969;g316c38a8e7f_0_0"/>
          <p:cNvSpPr/>
          <p:nvPr/>
        </p:nvSpPr>
        <p:spPr>
          <a:xfrm>
            <a:off x="2090150" y="2658425"/>
            <a:ext cx="4757400" cy="935700"/>
          </a:xfrm>
          <a:prstGeom prst="flowChartAlternateProcess">
            <a:avLst/>
          </a:prstGeom>
          <a:solidFill>
            <a:srgbClr val="869F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0" name="Google Shape;970;g316c38a8e7f_0_0"/>
          <p:cNvSpPr txBox="1"/>
          <p:nvPr/>
        </p:nvSpPr>
        <p:spPr>
          <a:xfrm>
            <a:off x="3390775" y="2830175"/>
            <a:ext cx="3312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Desarrollador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Desarrollo - Revisión - Documentación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1" name="Google Shape;971;g316c38a8e7f_0_0"/>
          <p:cNvSpPr txBox="1"/>
          <p:nvPr/>
        </p:nvSpPr>
        <p:spPr>
          <a:xfrm>
            <a:off x="2179250" y="2883950"/>
            <a:ext cx="1633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Matias Parra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2" name="Google Shape;972;g316c38a8e7f_0_0"/>
          <p:cNvSpPr/>
          <p:nvPr/>
        </p:nvSpPr>
        <p:spPr>
          <a:xfrm>
            <a:off x="2107450" y="3807200"/>
            <a:ext cx="4757400" cy="935700"/>
          </a:xfrm>
          <a:prstGeom prst="flowChartAlternateProcess">
            <a:avLst/>
          </a:prstGeom>
          <a:solidFill>
            <a:srgbClr val="869F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3" name="Google Shape;973;g316c38a8e7f_0_0"/>
          <p:cNvSpPr txBox="1"/>
          <p:nvPr/>
        </p:nvSpPr>
        <p:spPr>
          <a:xfrm>
            <a:off x="3552550" y="3978950"/>
            <a:ext cx="3312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Desarrollador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Desarrollo - Revisión - Documentación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4" name="Google Shape;974;g316c38a8e7f_0_0"/>
          <p:cNvSpPr txBox="1"/>
          <p:nvPr/>
        </p:nvSpPr>
        <p:spPr>
          <a:xfrm>
            <a:off x="2179250" y="4064150"/>
            <a:ext cx="1633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Mauricio Araya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"/>
          <p:cNvSpPr/>
          <p:nvPr/>
        </p:nvSpPr>
        <p:spPr>
          <a:xfrm rot="4495802">
            <a:off x="5377121" y="242940"/>
            <a:ext cx="5584150" cy="4483260"/>
          </a:xfrm>
          <a:custGeom>
            <a:rect b="b" l="l" r="r" t="t"/>
            <a:pathLst>
              <a:path extrusionOk="0" h="44028" w="45721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"/>
          <p:cNvSpPr txBox="1"/>
          <p:nvPr>
            <p:ph type="title"/>
          </p:nvPr>
        </p:nvSpPr>
        <p:spPr>
          <a:xfrm>
            <a:off x="485075" y="406025"/>
            <a:ext cx="62835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Descripción del Proyecto</a:t>
            </a:r>
            <a:endParaRPr/>
          </a:p>
        </p:txBody>
      </p:sp>
      <p:sp>
        <p:nvSpPr>
          <p:cNvPr id="981" name="Google Shape;981;p4"/>
          <p:cNvSpPr txBox="1"/>
          <p:nvPr>
            <p:ph idx="1" type="subTitle"/>
          </p:nvPr>
        </p:nvSpPr>
        <p:spPr>
          <a:xfrm>
            <a:off x="587350" y="1342625"/>
            <a:ext cx="31923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Problema</a:t>
            </a:r>
            <a:endParaRPr sz="1300" u="sng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00" u="sng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Los pequeños emprendedores carecen de conocimientos y herramientas para gestionar sus negocios, así mismo carecen de los datos y/o conocimientos para poder tomar decisiones adecuadas en torno a su negocio.</a:t>
            </a:r>
            <a:endParaRPr sz="1300" u="sng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pic>
        <p:nvPicPr>
          <p:cNvPr id="982" name="Google Shape;982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007" l="9432" r="37002" t="0"/>
          <a:stretch/>
        </p:blipFill>
        <p:spPr>
          <a:xfrm>
            <a:off x="7137875" y="3039525"/>
            <a:ext cx="1723800" cy="171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pSp>
        <p:nvGrpSpPr>
          <p:cNvPr id="983" name="Google Shape;983;p4"/>
          <p:cNvGrpSpPr/>
          <p:nvPr/>
        </p:nvGrpSpPr>
        <p:grpSpPr>
          <a:xfrm>
            <a:off x="7846555" y="962643"/>
            <a:ext cx="1095920" cy="1518339"/>
            <a:chOff x="7230903" y="4040695"/>
            <a:chExt cx="708279" cy="1118235"/>
          </a:xfrm>
        </p:grpSpPr>
        <p:grpSp>
          <p:nvGrpSpPr>
            <p:cNvPr id="984" name="Google Shape;984;p4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85" name="Google Shape;985;p4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4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7" name="Google Shape;987;p4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88" name="Google Shape;988;p4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4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rect b="b" l="l" r="r" t="t"/>
                  <a:pathLst>
                    <a:path extrusionOk="0" h="20383" w="28032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4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4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2" name="Google Shape;992;p4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93" name="Google Shape;993;p4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rect b="b" l="l" r="r" t="t"/>
                <a:pathLst>
                  <a:path extrusionOk="0" h="151066" w="151161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5" name="Google Shape;995;p4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96" name="Google Shape;996;p4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rect b="b" l="l" r="r" t="t"/>
                  <a:pathLst>
                    <a:path extrusionOk="0" h="20383" w="293655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4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4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rect b="b" l="l" r="r" t="t"/>
                  <a:pathLst>
                    <a:path extrusionOk="0" h="20383" w="255365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4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00" name="Google Shape;1000;p4"/>
            <p:cNvSpPr/>
            <p:nvPr/>
          </p:nvSpPr>
          <p:spPr>
            <a:xfrm>
              <a:off x="7338250" y="4420804"/>
              <a:ext cx="50734" cy="60632"/>
            </a:xfrm>
            <a:custGeom>
              <a:rect b="b" l="l" r="r" t="t"/>
              <a:pathLst>
                <a:path extrusionOk="0" h="60632" w="50734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1" name="Google Shape;1001;p4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1002" name="Google Shape;1002;p4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4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4" name="Google Shape;1004;p4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1005" name="Google Shape;1005;p4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4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7" name="Google Shape;1007;p4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4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9" name="Google Shape;1009;p4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1010" name="Google Shape;1010;p4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1011" name="Google Shape;1011;p4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4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13" name="Google Shape;1013;p4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14" name="Google Shape;1014;p4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5" name="Google Shape;1015;p4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6" name="Google Shape;1016;p4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7" name="Google Shape;1017;p4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18" name="Google Shape;1018;p4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9" name="Google Shape;1019;p4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20" name="Google Shape;1020;p4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rect b="b" l="l" r="r" t="t"/>
                <a:pathLst>
                  <a:path extrusionOk="0" h="63817" w="123062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4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rect b="b" l="l" r="r" t="t"/>
                <a:pathLst>
                  <a:path extrusionOk="0" h="39243" w="39242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2" name="Google Shape;1022;p4"/>
            <p:cNvGrpSpPr/>
            <p:nvPr/>
          </p:nvGrpSpPr>
          <p:grpSpPr>
            <a:xfrm>
              <a:off x="7816120" y="4892994"/>
              <a:ext cx="123062" cy="79990"/>
              <a:chOff x="7816120" y="4892994"/>
              <a:chExt cx="123062" cy="79990"/>
            </a:xfrm>
          </p:grpSpPr>
          <p:grpSp>
            <p:nvGrpSpPr>
              <p:cNvPr id="1023" name="Google Shape;1023;p4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24" name="Google Shape;1024;p4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4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26" name="Google Shape;1026;p4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7" name="Google Shape;1027;p4"/>
          <p:cNvSpPr txBox="1"/>
          <p:nvPr>
            <p:ph idx="1" type="subTitle"/>
          </p:nvPr>
        </p:nvSpPr>
        <p:spPr>
          <a:xfrm>
            <a:off x="3894125" y="1342625"/>
            <a:ext cx="31923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300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Propuesta de solución</a:t>
            </a:r>
            <a:endParaRPr b="1" sz="1300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00" u="sng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Desarrollar un sistema integral que simplifica la administración del negocio. Esta herramienta digitaliza procesos clave como el registro de ventas, control de inventario y transformándolos en dashboards intuitivos que facilitan la toma de decisiones. 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 u="sng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"/>
          <p:cNvSpPr txBox="1"/>
          <p:nvPr>
            <p:ph idx="4" type="subTitle"/>
          </p:nvPr>
        </p:nvSpPr>
        <p:spPr>
          <a:xfrm>
            <a:off x="4602964" y="1436200"/>
            <a:ext cx="33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Objetivo Específicos</a:t>
            </a:r>
            <a:endParaRPr/>
          </a:p>
        </p:txBody>
      </p:sp>
      <p:sp>
        <p:nvSpPr>
          <p:cNvPr id="1033" name="Google Shape;103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Objetivos del Proyecto</a:t>
            </a:r>
            <a:endParaRPr/>
          </a:p>
        </p:txBody>
      </p:sp>
      <p:sp>
        <p:nvSpPr>
          <p:cNvPr id="1034" name="Google Shape;1034;p6"/>
          <p:cNvSpPr txBox="1"/>
          <p:nvPr>
            <p:ph idx="1" type="subTitle"/>
          </p:nvPr>
        </p:nvSpPr>
        <p:spPr>
          <a:xfrm>
            <a:off x="4540125" y="2072574"/>
            <a:ext cx="33843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Epilogue Light"/>
              <a:buChar char="●"/>
            </a:pPr>
            <a:r>
              <a:rPr lang="en" sz="1300">
                <a:latin typeface="Epilogue Light"/>
                <a:ea typeface="Epilogue Light"/>
                <a:cs typeface="Epilogue Light"/>
                <a:sym typeface="Epilogue Light"/>
              </a:rPr>
              <a:t>Implementar un sistema automatizado de control de stock</a:t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Epilogue Light"/>
              <a:buChar char="●"/>
            </a:pPr>
            <a:r>
              <a:rPr lang="en" sz="1300">
                <a:latin typeface="Epilogue Light"/>
                <a:ea typeface="Epilogue Light"/>
                <a:cs typeface="Epilogue Light"/>
                <a:sym typeface="Epilogue Light"/>
              </a:rPr>
              <a:t>Implementar un sistema de registro de ventas</a:t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Epilogue Light"/>
              <a:buChar char="●"/>
            </a:pPr>
            <a:r>
              <a:rPr lang="en" sz="1300">
                <a:latin typeface="Epilogue Light"/>
                <a:ea typeface="Epilogue Light"/>
                <a:cs typeface="Epilogue Light"/>
                <a:sym typeface="Epilogue Light"/>
              </a:rPr>
              <a:t>Diseñar dashboards para visualización de métricas clave</a:t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035" name="Google Shape;1035;p6"/>
          <p:cNvSpPr txBox="1"/>
          <p:nvPr>
            <p:ph idx="2" type="subTitle"/>
          </p:nvPr>
        </p:nvSpPr>
        <p:spPr>
          <a:xfrm>
            <a:off x="964200" y="2072576"/>
            <a:ext cx="33843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Desarrollar una herramienta integral para la administración de pequeñas y medianas empresas, que incluye servicios de control de inventario, gestión de ventas, y análisis de indicadores clave de rendimiento (KPI) enfocados en ventas y stock de productos.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036" name="Google Shape;1036;p6"/>
          <p:cNvSpPr txBox="1"/>
          <p:nvPr>
            <p:ph idx="3" type="subTitle"/>
          </p:nvPr>
        </p:nvSpPr>
        <p:spPr>
          <a:xfrm>
            <a:off x="1004336" y="1436200"/>
            <a:ext cx="33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Objetivo General</a:t>
            </a:r>
            <a:endParaRPr/>
          </a:p>
        </p:txBody>
      </p:sp>
      <p:grpSp>
        <p:nvGrpSpPr>
          <p:cNvPr id="1037" name="Google Shape;1037;p6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038" name="Google Shape;1038;p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9" name="Google Shape;1039;p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040" name="Google Shape;1040;p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041" name="Google Shape;1041;p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042" name="Google Shape;1042;p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3" name="Google Shape;1043;p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44" name="Google Shape;1044;p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045" name="Google Shape;1045;p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6" name="Google Shape;1046;p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47" name="Google Shape;1047;p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048" name="Google Shape;1048;p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9" name="Google Shape;1049;p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50" name="Google Shape;1050;p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Alcance del Proyecto</a:t>
            </a:r>
            <a:endParaRPr/>
          </a:p>
        </p:txBody>
      </p:sp>
      <p:sp>
        <p:nvSpPr>
          <p:cNvPr id="1058" name="Google Shape;1058;p7"/>
          <p:cNvSpPr txBox="1"/>
          <p:nvPr>
            <p:ph idx="5" type="subTitle"/>
          </p:nvPr>
        </p:nvSpPr>
        <p:spPr>
          <a:xfrm>
            <a:off x="3571986" y="1415075"/>
            <a:ext cx="2008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Premisas</a:t>
            </a:r>
            <a:endParaRPr/>
          </a:p>
        </p:txBody>
      </p:sp>
      <p:sp>
        <p:nvSpPr>
          <p:cNvPr id="1059" name="Google Shape;1059;p7"/>
          <p:cNvSpPr txBox="1"/>
          <p:nvPr>
            <p:ph idx="6" type="subTitle"/>
          </p:nvPr>
        </p:nvSpPr>
        <p:spPr>
          <a:xfrm>
            <a:off x="6055298" y="1423902"/>
            <a:ext cx="19314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Restricciones</a:t>
            </a:r>
            <a:endParaRPr/>
          </a:p>
        </p:txBody>
      </p:sp>
      <p:sp>
        <p:nvSpPr>
          <p:cNvPr id="1060" name="Google Shape;1060;p7"/>
          <p:cNvSpPr txBox="1"/>
          <p:nvPr>
            <p:ph idx="1" type="subTitle"/>
          </p:nvPr>
        </p:nvSpPr>
        <p:spPr>
          <a:xfrm>
            <a:off x="5764092" y="2053915"/>
            <a:ext cx="27624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La aplicación no realizará transacciones monetarias, limitándose a la gestión interna de inventarios y ventas.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El sistema debe cumplir con las normativas de protección de datos personales vigentes.</a:t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061" name="Google Shape;1061;p7"/>
          <p:cNvSpPr txBox="1"/>
          <p:nvPr>
            <p:ph idx="1" type="subTitle"/>
          </p:nvPr>
        </p:nvSpPr>
        <p:spPr>
          <a:xfrm>
            <a:off x="3111300" y="2053910"/>
            <a:ext cx="27624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La herramienta será desarrollada con tecnologías que permitan su escalabilidad y fácil mantenimiento.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La interfaz de usuario será diseñada para ser intuitiva y accesible para usuarios sin conocimientos técnicos avanzados.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062" name="Google Shape;1062;p7"/>
          <p:cNvSpPr txBox="1"/>
          <p:nvPr>
            <p:ph idx="5" type="subTitle"/>
          </p:nvPr>
        </p:nvSpPr>
        <p:spPr>
          <a:xfrm>
            <a:off x="715757" y="1423900"/>
            <a:ext cx="20787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Alcances</a:t>
            </a:r>
            <a:endParaRPr/>
          </a:p>
        </p:txBody>
      </p:sp>
      <p:sp>
        <p:nvSpPr>
          <p:cNvPr id="1063" name="Google Shape;1063;p7"/>
          <p:cNvSpPr txBox="1"/>
          <p:nvPr>
            <p:ph idx="1" type="subTitle"/>
          </p:nvPr>
        </p:nvSpPr>
        <p:spPr>
          <a:xfrm>
            <a:off x="252900" y="2118702"/>
            <a:ext cx="28584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Gestión de inventario: control de stock, registro de productos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Reportes y KPIs: dashboards de ventas e inventario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Base de datos centralizada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Mantenedores para información </a:t>
            </a: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relevante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16c38a8e7f_0_112"/>
          <p:cNvSpPr txBox="1"/>
          <p:nvPr>
            <p:ph type="title"/>
          </p:nvPr>
        </p:nvSpPr>
        <p:spPr>
          <a:xfrm>
            <a:off x="872400" y="902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Metodología de Trabajo</a:t>
            </a:r>
            <a:endParaRPr/>
          </a:p>
        </p:txBody>
      </p:sp>
      <p:sp>
        <p:nvSpPr>
          <p:cNvPr id="1069" name="Google Shape;1069;g316c38a8e7f_0_112"/>
          <p:cNvSpPr txBox="1"/>
          <p:nvPr>
            <p:ph idx="2" type="subTitle"/>
          </p:nvPr>
        </p:nvSpPr>
        <p:spPr>
          <a:xfrm>
            <a:off x="872400" y="1715525"/>
            <a:ext cx="6017700" cy="3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Scrum es una metodología ágil que organiza el trabajo en ciclos cortos (Sprints) de 2-4 semanas, con roles definidos (Product Owner, Scrum Master y Equipo), reuniones diarias y entregas continuas para maximizar la eficiencia y adaptabilidad del proyecto.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grpSp>
        <p:nvGrpSpPr>
          <p:cNvPr id="1070" name="Google Shape;1070;g316c38a8e7f_0_112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071" name="Google Shape;1071;g316c38a8e7f_0_112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2" name="Google Shape;1072;g316c38a8e7f_0_112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073" name="Google Shape;1073;g316c38a8e7f_0_112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074" name="Google Shape;1074;g316c38a8e7f_0_112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075" name="Google Shape;1075;g316c38a8e7f_0_112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g316c38a8e7f_0_112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g316c38a8e7f_0_112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078" name="Google Shape;1078;g316c38a8e7f_0_112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g316c38a8e7f_0_112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g316c38a8e7f_0_112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081" name="Google Shape;1081;g316c38a8e7f_0_112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g316c38a8e7f_0_112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83" name="Google Shape;1083;g316c38a8e7f_0_112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g316c38a8e7f_0_112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g316c38a8e7f_0_112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3"/>
          <p:cNvSpPr txBox="1"/>
          <p:nvPr>
            <p:ph idx="4294967295" type="subTitle"/>
          </p:nvPr>
        </p:nvSpPr>
        <p:spPr>
          <a:xfrm>
            <a:off x="1093075" y="1415563"/>
            <a:ext cx="285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Fase 1 - Levantamiento (Semana 1-5):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91" name="Google Shape;109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Cronograma del desarrollo</a:t>
            </a:r>
            <a:endParaRPr/>
          </a:p>
        </p:txBody>
      </p:sp>
      <p:sp>
        <p:nvSpPr>
          <p:cNvPr id="1092" name="Google Shape;1092;p13"/>
          <p:cNvSpPr txBox="1"/>
          <p:nvPr>
            <p:ph idx="4294967295" type="subTitle"/>
          </p:nvPr>
        </p:nvSpPr>
        <p:spPr>
          <a:xfrm>
            <a:off x="720000" y="2504700"/>
            <a:ext cx="32316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Base del sistema (Semana 1)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Implementar template (Semanas 2-3)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Desarrollo de funciones básicas (Semanas 4-5)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093" name="Google Shape;1093;p13"/>
          <p:cNvSpPr txBox="1"/>
          <p:nvPr>
            <p:ph idx="4294967295" type="subTitle"/>
          </p:nvPr>
        </p:nvSpPr>
        <p:spPr>
          <a:xfrm>
            <a:off x="4827100" y="1245375"/>
            <a:ext cx="285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Fase 2 - Desarrollo Principal (Semanas 6-15):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94" name="Google Shape;1094;p13"/>
          <p:cNvSpPr txBox="1"/>
          <p:nvPr>
            <p:ph idx="4294967295" type="subTitle"/>
          </p:nvPr>
        </p:nvSpPr>
        <p:spPr>
          <a:xfrm>
            <a:off x="4454025" y="2334525"/>
            <a:ext cx="42810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Levantar base de datos (Semanas 6-7)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Mantenedores tienda y productos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○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Mantenedores tienda (Semanas 8-9)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○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Mantenedores productos (Semanas 10-11)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Registro de movimientos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○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Registro de ventas (Semanas 12-13)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○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Registro de compras (Semanas 14-15)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16dffd0dac_1_26"/>
          <p:cNvSpPr txBox="1"/>
          <p:nvPr>
            <p:ph idx="4294967295" type="subTitle"/>
          </p:nvPr>
        </p:nvSpPr>
        <p:spPr>
          <a:xfrm>
            <a:off x="1093075" y="1415563"/>
            <a:ext cx="285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Fase 3 - Finalización (Semanas 16-18):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100" name="Google Shape;1100;g316dffd0dac_1_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Cronograma del desarrollo</a:t>
            </a:r>
            <a:endParaRPr/>
          </a:p>
        </p:txBody>
      </p:sp>
      <p:sp>
        <p:nvSpPr>
          <p:cNvPr id="1101" name="Google Shape;1101;g316dffd0dac_1_26"/>
          <p:cNvSpPr txBox="1"/>
          <p:nvPr>
            <p:ph idx="4294967295" type="subTitle"/>
          </p:nvPr>
        </p:nvSpPr>
        <p:spPr>
          <a:xfrm>
            <a:off x="720000" y="2504700"/>
            <a:ext cx="32316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Dashboard (Semanas 16-17)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Index de la página (Semana 18)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102" name="Google Shape;1102;g316dffd0dac_1_26"/>
          <p:cNvSpPr txBox="1"/>
          <p:nvPr>
            <p:ph idx="4294967295" type="subTitle"/>
          </p:nvPr>
        </p:nvSpPr>
        <p:spPr>
          <a:xfrm>
            <a:off x="4669425" y="1647550"/>
            <a:ext cx="32316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Objetivos de cada fase: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103" name="Google Shape;1103;g316dffd0dac_1_26"/>
          <p:cNvSpPr txBox="1"/>
          <p:nvPr>
            <p:ph idx="4294967295" type="subTitle"/>
          </p:nvPr>
        </p:nvSpPr>
        <p:spPr>
          <a:xfrm>
            <a:off x="4669425" y="2316200"/>
            <a:ext cx="32316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Fase 1: Establecer la estructura base del sistema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Fase 2: Desarrollar la funcionalidad principal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Fase 3: Implementar visualización y presentación final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16c38a8e7f_0_139"/>
          <p:cNvSpPr txBox="1"/>
          <p:nvPr>
            <p:ph type="title"/>
          </p:nvPr>
        </p:nvSpPr>
        <p:spPr>
          <a:xfrm>
            <a:off x="937625" y="497225"/>
            <a:ext cx="5922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Arquitectura del Software</a:t>
            </a:r>
            <a:endParaRPr/>
          </a:p>
        </p:txBody>
      </p:sp>
      <p:pic>
        <p:nvPicPr>
          <p:cNvPr id="1109" name="Google Shape;1109;g316c38a8e7f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949" y="1255326"/>
            <a:ext cx="6822628" cy="361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16c38a8e7f_0_148"/>
          <p:cNvSpPr txBox="1"/>
          <p:nvPr>
            <p:ph type="title"/>
          </p:nvPr>
        </p:nvSpPr>
        <p:spPr>
          <a:xfrm>
            <a:off x="937625" y="197125"/>
            <a:ext cx="5922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Modelo de Datos</a:t>
            </a:r>
            <a:endParaRPr/>
          </a:p>
        </p:txBody>
      </p:sp>
      <p:pic>
        <p:nvPicPr>
          <p:cNvPr id="1115" name="Google Shape;1115;g316c38a8e7f_0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13" y="804650"/>
            <a:ext cx="7945175" cy="41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8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Tecnologías utilizadas</a:t>
            </a:r>
            <a:endParaRPr sz="2400"/>
          </a:p>
        </p:txBody>
      </p:sp>
      <p:sp>
        <p:nvSpPr>
          <p:cNvPr id="1121" name="Google Shape;1121;p8"/>
          <p:cNvSpPr txBox="1"/>
          <p:nvPr>
            <p:ph idx="2" type="subTitle"/>
          </p:nvPr>
        </p:nvSpPr>
        <p:spPr>
          <a:xfrm>
            <a:off x="5079776" y="190130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Visual Studio Code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HeidiSQL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GitHub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Epilogue Light"/>
              <a:buChar char="●"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Xampp</a:t>
            </a:r>
            <a:endParaRPr sz="1300"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1122" name="Google Shape;1122;p8"/>
          <p:cNvSpPr txBox="1"/>
          <p:nvPr>
            <p:ph idx="5" type="subTitle"/>
          </p:nvPr>
        </p:nvSpPr>
        <p:spPr>
          <a:xfrm>
            <a:off x="1253225" y="1211100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Lenguajes</a:t>
            </a:r>
            <a:endParaRPr/>
          </a:p>
        </p:txBody>
      </p:sp>
      <p:sp>
        <p:nvSpPr>
          <p:cNvPr id="1123" name="Google Shape;1123;p8"/>
          <p:cNvSpPr txBox="1"/>
          <p:nvPr>
            <p:ph idx="7" type="subTitle"/>
          </p:nvPr>
        </p:nvSpPr>
        <p:spPr>
          <a:xfrm>
            <a:off x="5079750" y="1211100"/>
            <a:ext cx="2811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/>
              <a:t>Tecnologías Utilizadas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24" name="Google Shape;1124;p8"/>
          <p:cNvSpPr txBox="1"/>
          <p:nvPr>
            <p:ph idx="1" type="subTitle"/>
          </p:nvPr>
        </p:nvSpPr>
        <p:spPr>
          <a:xfrm>
            <a:off x="1318475" y="1900050"/>
            <a:ext cx="28110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PHP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JAVASCRIPT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CSS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HTML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MySQL</a:t>
            </a:r>
            <a:endParaRPr/>
          </a:p>
        </p:txBody>
      </p:sp>
      <p:pic>
        <p:nvPicPr>
          <p:cNvPr id="1125" name="Google Shape;112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25" y="3079488"/>
            <a:ext cx="2221225" cy="13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9475" y="3169771"/>
            <a:ext cx="1918525" cy="1144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3125" y="2995463"/>
            <a:ext cx="1401550" cy="14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1"/>
          <p:cNvSpPr txBox="1"/>
          <p:nvPr>
            <p:ph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000"/>
              <a:t>Demostración del Sistema</a:t>
            </a:r>
            <a:endParaRPr sz="4000"/>
          </a:p>
        </p:txBody>
      </p:sp>
      <p:sp>
        <p:nvSpPr>
          <p:cNvPr id="1133" name="Google Shape;1133;p11"/>
          <p:cNvSpPr txBox="1"/>
          <p:nvPr>
            <p:ph idx="1" type="subTitle"/>
          </p:nvPr>
        </p:nvSpPr>
        <p:spPr>
          <a:xfrm>
            <a:off x="713225" y="2895038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www.cruxapp.cl</a:t>
            </a:r>
            <a:endParaRPr/>
          </a:p>
        </p:txBody>
      </p:sp>
      <p:grpSp>
        <p:nvGrpSpPr>
          <p:cNvPr id="1134" name="Google Shape;1134;p11"/>
          <p:cNvGrpSpPr/>
          <p:nvPr/>
        </p:nvGrpSpPr>
        <p:grpSpPr>
          <a:xfrm>
            <a:off x="254436" y="628824"/>
            <a:ext cx="917374" cy="683570"/>
            <a:chOff x="1914620" y="1930431"/>
            <a:chExt cx="572929" cy="426911"/>
          </a:xfrm>
        </p:grpSpPr>
        <p:grpSp>
          <p:nvGrpSpPr>
            <p:cNvPr id="1135" name="Google Shape;1135;p11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136" name="Google Shape;1136;p11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11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11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9" name="Google Shape;1139;p11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16c38a8e7f_0_157"/>
          <p:cNvSpPr txBox="1"/>
          <p:nvPr>
            <p:ph type="title"/>
          </p:nvPr>
        </p:nvSpPr>
        <p:spPr>
          <a:xfrm>
            <a:off x="872400" y="902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Resultados Obtenidos</a:t>
            </a:r>
            <a:endParaRPr/>
          </a:p>
        </p:txBody>
      </p:sp>
      <p:sp>
        <p:nvSpPr>
          <p:cNvPr id="1145" name="Google Shape;1145;g316c38a8e7f_0_157"/>
          <p:cNvSpPr txBox="1"/>
          <p:nvPr>
            <p:ph idx="2" type="subTitle"/>
          </p:nvPr>
        </p:nvSpPr>
        <p:spPr>
          <a:xfrm>
            <a:off x="872400" y="1715525"/>
            <a:ext cx="6017700" cy="3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Como resultado de todo este proceso obtuvimos una herramienta que puede ser utilizada para favorecer a las pequeñas y medianas empresas que necesiten de gestionar de manera eficiente y que necesiten apoyo en la toma de decisiones.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grpSp>
        <p:nvGrpSpPr>
          <p:cNvPr id="1146" name="Google Shape;1146;g316c38a8e7f_0_157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47" name="Google Shape;1147;g316c38a8e7f_0_157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8" name="Google Shape;1148;g316c38a8e7f_0_157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49" name="Google Shape;1149;g316c38a8e7f_0_157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50" name="Google Shape;1150;g316c38a8e7f_0_157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51" name="Google Shape;1151;g316c38a8e7f_0_157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2" name="Google Shape;1152;g316c38a8e7f_0_157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3" name="Google Shape;1153;g316c38a8e7f_0_157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54" name="Google Shape;1154;g316c38a8e7f_0_157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5" name="Google Shape;1155;g316c38a8e7f_0_157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6" name="Google Shape;1156;g316c38a8e7f_0_157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57" name="Google Shape;1157;g316c38a8e7f_0_157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8" name="Google Shape;1158;g316c38a8e7f_0_157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59" name="Google Shape;1159;g316c38a8e7f_0_157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g316c38a8e7f_0_157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g316c38a8e7f_0_157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16c38a8e7f_0_178"/>
          <p:cNvSpPr txBox="1"/>
          <p:nvPr>
            <p:ph type="title"/>
          </p:nvPr>
        </p:nvSpPr>
        <p:spPr>
          <a:xfrm>
            <a:off x="872400" y="902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Obstáculos</a:t>
            </a:r>
            <a:r>
              <a:rPr lang="en"/>
              <a:t> durante el desarrollo</a:t>
            </a:r>
            <a:endParaRPr/>
          </a:p>
        </p:txBody>
      </p:sp>
      <p:sp>
        <p:nvSpPr>
          <p:cNvPr id="1167" name="Google Shape;1167;g316c38a8e7f_0_178"/>
          <p:cNvSpPr txBox="1"/>
          <p:nvPr>
            <p:ph idx="2" type="subTitle"/>
          </p:nvPr>
        </p:nvSpPr>
        <p:spPr>
          <a:xfrm>
            <a:off x="872400" y="1715525"/>
            <a:ext cx="6017700" cy="3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Epilogue Light"/>
                <a:ea typeface="Epilogue Light"/>
                <a:cs typeface="Epilogue Light"/>
                <a:sym typeface="Epilogue Light"/>
              </a:rPr>
              <a:t>Los principales obstáculos son resultados de fallos en la planificación inicial, dudas durante el desarrollo que obligaron a replantear la forma en la que las cosas se estipularon, dando como resultado desarrollos más largos, puesto que se tenía que dedicar más tiempo para homogeneizar el sistema y documentación.</a:t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grpSp>
        <p:nvGrpSpPr>
          <p:cNvPr id="1168" name="Google Shape;1168;g316c38a8e7f_0_178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69" name="Google Shape;1169;g316c38a8e7f_0_178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0" name="Google Shape;1170;g316c38a8e7f_0_17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71" name="Google Shape;1171;g316c38a8e7f_0_17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72" name="Google Shape;1172;g316c38a8e7f_0_17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73" name="Google Shape;1173;g316c38a8e7f_0_17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4" name="Google Shape;1174;g316c38a8e7f_0_17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75" name="Google Shape;1175;g316c38a8e7f_0_17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76" name="Google Shape;1176;g316c38a8e7f_0_17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7" name="Google Shape;1177;g316c38a8e7f_0_17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78" name="Google Shape;1178;g316c38a8e7f_0_17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79" name="Google Shape;1179;g316c38a8e7f_0_17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0" name="Google Shape;1180;g316c38a8e7f_0_17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81" name="Google Shape;1181;g316c38a8e7f_0_17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g316c38a8e7f_0_17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g316c38a8e7f_0_17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16c38a8e7f_0_220"/>
          <p:cNvSpPr txBox="1"/>
          <p:nvPr>
            <p:ph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000"/>
              <a:t>Preguntas de la Comisión</a:t>
            </a:r>
            <a:endParaRPr sz="4000"/>
          </a:p>
        </p:txBody>
      </p:sp>
      <p:sp>
        <p:nvSpPr>
          <p:cNvPr id="1189" name="Google Shape;1189;g316c38a8e7f_0_220"/>
          <p:cNvSpPr txBox="1"/>
          <p:nvPr>
            <p:ph idx="1" type="subTitle"/>
          </p:nvPr>
        </p:nvSpPr>
        <p:spPr>
          <a:xfrm>
            <a:off x="713225" y="2895038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¡Gracias por su atención!</a:t>
            </a:r>
            <a:endParaRPr/>
          </a:p>
        </p:txBody>
      </p:sp>
      <p:grpSp>
        <p:nvGrpSpPr>
          <p:cNvPr id="1190" name="Google Shape;1190;g316c38a8e7f_0_220"/>
          <p:cNvGrpSpPr/>
          <p:nvPr/>
        </p:nvGrpSpPr>
        <p:grpSpPr>
          <a:xfrm>
            <a:off x="254436" y="628824"/>
            <a:ext cx="917374" cy="683570"/>
            <a:chOff x="1914620" y="1930431"/>
            <a:chExt cx="572929" cy="426911"/>
          </a:xfrm>
        </p:grpSpPr>
        <p:grpSp>
          <p:nvGrpSpPr>
            <p:cNvPr id="1191" name="Google Shape;1191;g316c38a8e7f_0_220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192" name="Google Shape;1192;g316c38a8e7f_0_220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g316c38a8e7f_0_220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g316c38a8e7f_0_220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5" name="Google Shape;1195;g316c38a8e7f_0_220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